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1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69" r:id="rId20"/>
    <p:sldId id="273" r:id="rId21"/>
    <p:sldId id="274" r:id="rId22"/>
    <p:sldId id="279" r:id="rId23"/>
    <p:sldId id="281" r:id="rId24"/>
    <p:sldId id="282" r:id="rId25"/>
    <p:sldId id="283" r:id="rId26"/>
    <p:sldId id="285" r:id="rId27"/>
    <p:sldId id="284" r:id="rId28"/>
    <p:sldId id="272" r:id="rId29"/>
    <p:sldId id="276" r:id="rId30"/>
    <p:sldId id="275" r:id="rId31"/>
    <p:sldId id="27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0D0169-2B34-404F-A5D7-BF44A43AE775}" v="4" dt="2026-05-12T04:21:18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tz LEONCE" userId="bc90266e-f641-42e1-85dc-65023080b16e" providerId="ADAL" clId="{985B1D67-A52B-4446-AB0D-41FF0533A643}"/>
    <pc:docChg chg="undo custSel addSld delSld modSld sldOrd">
      <pc:chgData name="Frantz LEONCE" userId="bc90266e-f641-42e1-85dc-65023080b16e" providerId="ADAL" clId="{985B1D67-A52B-4446-AB0D-41FF0533A643}" dt="2026-05-12T06:59:57.364" v="1730" actId="47"/>
      <pc:docMkLst>
        <pc:docMk/>
      </pc:docMkLst>
      <pc:sldChg chg="addSp delSp modSp mod">
        <pc:chgData name="Frantz LEONCE" userId="bc90266e-f641-42e1-85dc-65023080b16e" providerId="ADAL" clId="{985B1D67-A52B-4446-AB0D-41FF0533A643}" dt="2026-05-12T04:36:25.354" v="191" actId="403"/>
        <pc:sldMkLst>
          <pc:docMk/>
          <pc:sldMk cId="3254511136" sldId="261"/>
        </pc:sldMkLst>
        <pc:spChg chg="mod">
          <ac:chgData name="Frantz LEONCE" userId="bc90266e-f641-42e1-85dc-65023080b16e" providerId="ADAL" clId="{985B1D67-A52B-4446-AB0D-41FF0533A643}" dt="2026-05-12T04:36:19.147" v="188" actId="404"/>
          <ac:spMkLst>
            <pc:docMk/>
            <pc:sldMk cId="3254511136" sldId="261"/>
            <ac:spMk id="2" creationId="{BD806FCD-13F3-6295-FE99-23E0C93353C5}"/>
          </ac:spMkLst>
        </pc:spChg>
        <pc:spChg chg="add del mod">
          <ac:chgData name="Frantz LEONCE" userId="bc90266e-f641-42e1-85dc-65023080b16e" providerId="ADAL" clId="{985B1D67-A52B-4446-AB0D-41FF0533A643}" dt="2026-05-12T04:36:25.354" v="191" actId="403"/>
          <ac:spMkLst>
            <pc:docMk/>
            <pc:sldMk cId="3254511136" sldId="261"/>
            <ac:spMk id="3" creationId="{FBF4F401-6E34-09C0-298D-CD1CEA4B927A}"/>
          </ac:spMkLst>
        </pc:spChg>
        <pc:spChg chg="add del mod">
          <ac:chgData name="Frantz LEONCE" userId="bc90266e-f641-42e1-85dc-65023080b16e" providerId="ADAL" clId="{985B1D67-A52B-4446-AB0D-41FF0533A643}" dt="2026-05-12T04:21:22.551" v="11" actId="478"/>
          <ac:spMkLst>
            <pc:docMk/>
            <pc:sldMk cId="3254511136" sldId="261"/>
            <ac:spMk id="7" creationId="{EC2020C3-EFCD-5390-642A-753C925CDD26}"/>
          </ac:spMkLst>
        </pc:spChg>
        <pc:spChg chg="add del mod">
          <ac:chgData name="Frantz LEONCE" userId="bc90266e-f641-42e1-85dc-65023080b16e" providerId="ADAL" clId="{985B1D67-A52B-4446-AB0D-41FF0533A643}" dt="2026-05-12T04:21:24.141" v="13" actId="478"/>
          <ac:spMkLst>
            <pc:docMk/>
            <pc:sldMk cId="3254511136" sldId="261"/>
            <ac:spMk id="9" creationId="{BD0FDEBE-93F9-E090-45D4-80EFAD8280A4}"/>
          </ac:spMkLst>
        </pc:spChg>
        <pc:spChg chg="add mod">
          <ac:chgData name="Frantz LEONCE" userId="bc90266e-f641-42e1-85dc-65023080b16e" providerId="ADAL" clId="{985B1D67-A52B-4446-AB0D-41FF0533A643}" dt="2026-05-12T04:31:22.907" v="106" actId="1076"/>
          <ac:spMkLst>
            <pc:docMk/>
            <pc:sldMk cId="3254511136" sldId="261"/>
            <ac:spMk id="16" creationId="{6B0DE6A1-A67B-5090-0B62-9655F1ED2209}"/>
          </ac:spMkLst>
        </pc:spChg>
        <pc:spChg chg="add mod">
          <ac:chgData name="Frantz LEONCE" userId="bc90266e-f641-42e1-85dc-65023080b16e" providerId="ADAL" clId="{985B1D67-A52B-4446-AB0D-41FF0533A643}" dt="2026-05-12T04:31:22.907" v="106" actId="1076"/>
          <ac:spMkLst>
            <pc:docMk/>
            <pc:sldMk cId="3254511136" sldId="261"/>
            <ac:spMk id="17" creationId="{84FCC334-E1BB-E56D-FBBA-D093DE3AE16C}"/>
          </ac:spMkLst>
        </pc:spChg>
        <pc:spChg chg="add mod">
          <ac:chgData name="Frantz LEONCE" userId="bc90266e-f641-42e1-85dc-65023080b16e" providerId="ADAL" clId="{985B1D67-A52B-4446-AB0D-41FF0533A643}" dt="2026-05-12T04:31:41.851" v="110" actId="14100"/>
          <ac:spMkLst>
            <pc:docMk/>
            <pc:sldMk cId="3254511136" sldId="261"/>
            <ac:spMk id="22" creationId="{F38046AB-C58D-3F0A-F31B-AC70B0E60E17}"/>
          </ac:spMkLst>
        </pc:spChg>
        <pc:picChg chg="del">
          <ac:chgData name="Frantz LEONCE" userId="bc90266e-f641-42e1-85dc-65023080b16e" providerId="ADAL" clId="{985B1D67-A52B-4446-AB0D-41FF0533A643}" dt="2026-05-12T04:21:21.683" v="10" actId="478"/>
          <ac:picMkLst>
            <pc:docMk/>
            <pc:sldMk cId="3254511136" sldId="261"/>
            <ac:picMk id="5" creationId="{806174A2-C011-093F-C032-94DC8CB20641}"/>
          </ac:picMkLst>
        </pc:picChg>
        <pc:picChg chg="del">
          <ac:chgData name="Frantz LEONCE" userId="bc90266e-f641-42e1-85dc-65023080b16e" providerId="ADAL" clId="{985B1D67-A52B-4446-AB0D-41FF0533A643}" dt="2026-05-12T04:21:23.150" v="12" actId="478"/>
          <ac:picMkLst>
            <pc:docMk/>
            <pc:sldMk cId="3254511136" sldId="261"/>
            <ac:picMk id="6" creationId="{542F4C90-0ABE-F139-96F3-C8DA451F0109}"/>
          </ac:picMkLst>
        </pc:picChg>
        <pc:picChg chg="add mod">
          <ac:chgData name="Frantz LEONCE" userId="bc90266e-f641-42e1-85dc-65023080b16e" providerId="ADAL" clId="{985B1D67-A52B-4446-AB0D-41FF0533A643}" dt="2026-05-12T04:17:14.341" v="5"/>
          <ac:picMkLst>
            <pc:docMk/>
            <pc:sldMk cId="3254511136" sldId="261"/>
            <ac:picMk id="8" creationId="{2854AA83-45B8-B2FE-E3C3-2FC8EC3F149F}"/>
          </ac:picMkLst>
        </pc:picChg>
        <pc:picChg chg="add del mod ord">
          <ac:chgData name="Frantz LEONCE" userId="bc90266e-f641-42e1-85dc-65023080b16e" providerId="ADAL" clId="{985B1D67-A52B-4446-AB0D-41FF0533A643}" dt="2026-05-12T04:22:04.644" v="42" actId="22"/>
          <ac:picMkLst>
            <pc:docMk/>
            <pc:sldMk cId="3254511136" sldId="261"/>
            <ac:picMk id="11" creationId="{059D1361-9A98-0E3F-8D05-848E9142E3BA}"/>
          </ac:picMkLst>
        </pc:picChg>
        <pc:picChg chg="add del mod">
          <ac:chgData name="Frantz LEONCE" userId="bc90266e-f641-42e1-85dc-65023080b16e" providerId="ADAL" clId="{985B1D67-A52B-4446-AB0D-41FF0533A643}" dt="2026-05-12T04:27:44.542" v="48" actId="478"/>
          <ac:picMkLst>
            <pc:docMk/>
            <pc:sldMk cId="3254511136" sldId="261"/>
            <ac:picMk id="13" creationId="{8529C3C8-76B6-90AB-5E58-032570450A90}"/>
          </ac:picMkLst>
        </pc:picChg>
        <pc:picChg chg="add mod">
          <ac:chgData name="Frantz LEONCE" userId="bc90266e-f641-42e1-85dc-65023080b16e" providerId="ADAL" clId="{985B1D67-A52B-4446-AB0D-41FF0533A643}" dt="2026-05-12T04:31:22.907" v="106" actId="1076"/>
          <ac:picMkLst>
            <pc:docMk/>
            <pc:sldMk cId="3254511136" sldId="261"/>
            <ac:picMk id="15" creationId="{30B24F9A-8317-7858-6D62-DE275493D587}"/>
          </ac:picMkLst>
        </pc:picChg>
        <pc:picChg chg="add mod">
          <ac:chgData name="Frantz LEONCE" userId="bc90266e-f641-42e1-85dc-65023080b16e" providerId="ADAL" clId="{985B1D67-A52B-4446-AB0D-41FF0533A643}" dt="2026-05-12T04:31:22.907" v="106" actId="1076"/>
          <ac:picMkLst>
            <pc:docMk/>
            <pc:sldMk cId="3254511136" sldId="261"/>
            <ac:picMk id="19" creationId="{E8049832-1496-664E-CA6C-1F765F1E5901}"/>
          </ac:picMkLst>
        </pc:picChg>
        <pc:picChg chg="add mod">
          <ac:chgData name="Frantz LEONCE" userId="bc90266e-f641-42e1-85dc-65023080b16e" providerId="ADAL" clId="{985B1D67-A52B-4446-AB0D-41FF0533A643}" dt="2026-05-12T04:31:27.539" v="107" actId="14100"/>
          <ac:picMkLst>
            <pc:docMk/>
            <pc:sldMk cId="3254511136" sldId="261"/>
            <ac:picMk id="21" creationId="{D2C1CB24-E009-100E-4BC7-B37066DEDD4B}"/>
          </ac:picMkLst>
        </pc:picChg>
      </pc:sldChg>
      <pc:sldChg chg="add">
        <pc:chgData name="Frantz LEONCE" userId="bc90266e-f641-42e1-85dc-65023080b16e" providerId="ADAL" clId="{985B1D67-A52B-4446-AB0D-41FF0533A643}" dt="2026-05-12T04:21:18.548" v="9"/>
        <pc:sldMkLst>
          <pc:docMk/>
          <pc:sldMk cId="495744663" sldId="262"/>
        </pc:sldMkLst>
      </pc:sldChg>
      <pc:sldChg chg="delSp modSp add mod">
        <pc:chgData name="Frantz LEONCE" userId="bc90266e-f641-42e1-85dc-65023080b16e" providerId="ADAL" clId="{985B1D67-A52B-4446-AB0D-41FF0533A643}" dt="2026-05-12T04:28:22.819" v="68" actId="1076"/>
        <pc:sldMkLst>
          <pc:docMk/>
          <pc:sldMk cId="619561196" sldId="263"/>
        </pc:sldMkLst>
        <pc:spChg chg="del">
          <ac:chgData name="Frantz LEONCE" userId="bc90266e-f641-42e1-85dc-65023080b16e" providerId="ADAL" clId="{985B1D67-A52B-4446-AB0D-41FF0533A643}" dt="2026-05-12T04:28:16.784" v="65" actId="478"/>
          <ac:spMkLst>
            <pc:docMk/>
            <pc:sldMk cId="619561196" sldId="263"/>
            <ac:spMk id="3" creationId="{FBF4F401-6E34-09C0-298D-CD1CEA4B927A}"/>
          </ac:spMkLst>
        </pc:spChg>
        <pc:picChg chg="mod">
          <ac:chgData name="Frantz LEONCE" userId="bc90266e-f641-42e1-85dc-65023080b16e" providerId="ADAL" clId="{985B1D67-A52B-4446-AB0D-41FF0533A643}" dt="2026-05-12T04:28:22.819" v="68" actId="1076"/>
          <ac:picMkLst>
            <pc:docMk/>
            <pc:sldMk cId="619561196" sldId="263"/>
            <ac:picMk id="13" creationId="{8529C3C8-76B6-90AB-5E58-032570450A90}"/>
          </ac:picMkLst>
        </pc:picChg>
      </pc:sldChg>
      <pc:sldChg chg="addSp modSp add mod modAnim">
        <pc:chgData name="Frantz LEONCE" userId="bc90266e-f641-42e1-85dc-65023080b16e" providerId="ADAL" clId="{985B1D67-A52B-4446-AB0D-41FF0533A643}" dt="2026-05-12T04:41:04.345" v="360" actId="1035"/>
        <pc:sldMkLst>
          <pc:docMk/>
          <pc:sldMk cId="541966103" sldId="264"/>
        </pc:sldMkLst>
        <pc:spChg chg="mod">
          <ac:chgData name="Frantz LEONCE" userId="bc90266e-f641-42e1-85dc-65023080b16e" providerId="ADAL" clId="{985B1D67-A52B-4446-AB0D-41FF0533A643}" dt="2026-05-12T04:36:12.408" v="186" actId="404"/>
          <ac:spMkLst>
            <pc:docMk/>
            <pc:sldMk cId="541966103" sldId="264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4:36:08.447" v="184" actId="404"/>
          <ac:spMkLst>
            <pc:docMk/>
            <pc:sldMk cId="541966103" sldId="264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4:38:21.931" v="257" actId="1076"/>
          <ac:spMkLst>
            <pc:docMk/>
            <pc:sldMk cId="541966103" sldId="264"/>
            <ac:spMk id="7" creationId="{0019FF9E-0F10-E857-4F5C-CB3F2BCE297A}"/>
          </ac:spMkLst>
        </pc:spChg>
        <pc:spChg chg="add mod">
          <ac:chgData name="Frantz LEONCE" userId="bc90266e-f641-42e1-85dc-65023080b16e" providerId="ADAL" clId="{985B1D67-A52B-4446-AB0D-41FF0533A643}" dt="2026-05-12T04:41:04.345" v="360" actId="1035"/>
          <ac:spMkLst>
            <pc:docMk/>
            <pc:sldMk cId="541966103" sldId="264"/>
            <ac:spMk id="8" creationId="{D19DE71C-9424-BD36-67D8-A326D3A17E2E}"/>
          </ac:spMkLst>
        </pc:spChg>
        <pc:picChg chg="add mod">
          <ac:chgData name="Frantz LEONCE" userId="bc90266e-f641-42e1-85dc-65023080b16e" providerId="ADAL" clId="{985B1D67-A52B-4446-AB0D-41FF0533A643}" dt="2026-05-12T04:38:18.795" v="256" actId="1076"/>
          <ac:picMkLst>
            <pc:docMk/>
            <pc:sldMk cId="541966103" sldId="264"/>
            <ac:picMk id="5" creationId="{04DC151D-309E-C28E-4A2E-D6490F7E4F9E}"/>
          </ac:picMkLst>
        </pc:picChg>
      </pc:sldChg>
      <pc:sldChg chg="addSp modSp add mod">
        <pc:chgData name="Frantz LEONCE" userId="bc90266e-f641-42e1-85dc-65023080b16e" providerId="ADAL" clId="{985B1D67-A52B-4446-AB0D-41FF0533A643}" dt="2026-05-12T04:41:17.458" v="363" actId="14100"/>
        <pc:sldMkLst>
          <pc:docMk/>
          <pc:sldMk cId="730348010" sldId="265"/>
        </pc:sldMkLst>
        <pc:spChg chg="mod">
          <ac:chgData name="Frantz LEONCE" userId="bc90266e-f641-42e1-85dc-65023080b16e" providerId="ADAL" clId="{985B1D67-A52B-4446-AB0D-41FF0533A643}" dt="2026-05-12T04:40:06.331" v="298" actId="20577"/>
          <ac:spMkLst>
            <pc:docMk/>
            <pc:sldMk cId="730348010" sldId="265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4:40:32.634" v="354" actId="113"/>
          <ac:spMkLst>
            <pc:docMk/>
            <pc:sldMk cId="730348010" sldId="265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4:41:17.458" v="363" actId="14100"/>
          <ac:spMkLst>
            <pc:docMk/>
            <pc:sldMk cId="730348010" sldId="265"/>
            <ac:spMk id="6" creationId="{041A0059-6F89-7995-89A3-3B4A8317AEB6}"/>
          </ac:spMkLst>
        </pc:spChg>
        <pc:picChg chg="add mod">
          <ac:chgData name="Frantz LEONCE" userId="bc90266e-f641-42e1-85dc-65023080b16e" providerId="ADAL" clId="{985B1D67-A52B-4446-AB0D-41FF0533A643}" dt="2026-05-12T04:39:32.005" v="262" actId="1076"/>
          <ac:picMkLst>
            <pc:docMk/>
            <pc:sldMk cId="730348010" sldId="265"/>
            <ac:picMk id="5" creationId="{0305835B-970A-9ABF-0E94-495C746D9E58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4:42:30.350" v="376" actId="14100"/>
        <pc:sldMkLst>
          <pc:docMk/>
          <pc:sldMk cId="1863791452" sldId="266"/>
        </pc:sldMkLst>
        <pc:spChg chg="del mod">
          <ac:chgData name="Frantz LEONCE" userId="bc90266e-f641-42e1-85dc-65023080b16e" providerId="ADAL" clId="{985B1D67-A52B-4446-AB0D-41FF0533A643}" dt="2026-05-12T04:41:56.970" v="366" actId="478"/>
          <ac:spMkLst>
            <pc:docMk/>
            <pc:sldMk cId="1863791452" sldId="266"/>
            <ac:spMk id="2" creationId="{BD806FCD-13F3-6295-FE99-23E0C93353C5}"/>
          </ac:spMkLst>
        </pc:spChg>
        <pc:spChg chg="del mod">
          <ac:chgData name="Frantz LEONCE" userId="bc90266e-f641-42e1-85dc-65023080b16e" providerId="ADAL" clId="{985B1D67-A52B-4446-AB0D-41FF0533A643}" dt="2026-05-12T04:42:00.118" v="368" actId="478"/>
          <ac:spMkLst>
            <pc:docMk/>
            <pc:sldMk cId="1863791452" sldId="266"/>
            <ac:spMk id="3" creationId="{FBF4F401-6E34-09C0-298D-CD1CEA4B927A}"/>
          </ac:spMkLst>
        </pc:spChg>
        <pc:spChg chg="add del mod">
          <ac:chgData name="Frantz LEONCE" userId="bc90266e-f641-42e1-85dc-65023080b16e" providerId="ADAL" clId="{985B1D67-A52B-4446-AB0D-41FF0533A643}" dt="2026-05-12T04:41:58.809" v="367" actId="478"/>
          <ac:spMkLst>
            <pc:docMk/>
            <pc:sldMk cId="1863791452" sldId="266"/>
            <ac:spMk id="7" creationId="{E6FC07BC-0CD1-B5C1-C5CE-68DCCDCC6E78}"/>
          </ac:spMkLst>
        </pc:spChg>
        <pc:spChg chg="add del mod">
          <ac:chgData name="Frantz LEONCE" userId="bc90266e-f641-42e1-85dc-65023080b16e" providerId="ADAL" clId="{985B1D67-A52B-4446-AB0D-41FF0533A643}" dt="2026-05-12T04:42:02.093" v="369" actId="478"/>
          <ac:spMkLst>
            <pc:docMk/>
            <pc:sldMk cId="1863791452" sldId="266"/>
            <ac:spMk id="9" creationId="{76D85622-53BF-82EF-CC38-46DA9CF247F1}"/>
          </ac:spMkLst>
        </pc:spChg>
        <pc:spChg chg="add mod">
          <ac:chgData name="Frantz LEONCE" userId="bc90266e-f641-42e1-85dc-65023080b16e" providerId="ADAL" clId="{985B1D67-A52B-4446-AB0D-41FF0533A643}" dt="2026-05-12T04:42:19.949" v="373" actId="14100"/>
          <ac:spMkLst>
            <pc:docMk/>
            <pc:sldMk cId="1863791452" sldId="266"/>
            <ac:spMk id="10" creationId="{0A6DD8DA-7701-75F7-5710-3FD9DF9AD145}"/>
          </ac:spMkLst>
        </pc:spChg>
        <pc:spChg chg="add mod">
          <ac:chgData name="Frantz LEONCE" userId="bc90266e-f641-42e1-85dc-65023080b16e" providerId="ADAL" clId="{985B1D67-A52B-4446-AB0D-41FF0533A643}" dt="2026-05-12T04:42:30.350" v="376" actId="14100"/>
          <ac:spMkLst>
            <pc:docMk/>
            <pc:sldMk cId="1863791452" sldId="266"/>
            <ac:spMk id="11" creationId="{DE6EB2CC-12F1-8CFA-FDA8-C5918157B2A8}"/>
          </ac:spMkLst>
        </pc:spChg>
        <pc:picChg chg="add mod">
          <ac:chgData name="Frantz LEONCE" userId="bc90266e-f641-42e1-85dc-65023080b16e" providerId="ADAL" clId="{985B1D67-A52B-4446-AB0D-41FF0533A643}" dt="2026-05-12T04:42:04.882" v="370" actId="1076"/>
          <ac:picMkLst>
            <pc:docMk/>
            <pc:sldMk cId="1863791452" sldId="266"/>
            <ac:picMk id="5" creationId="{2442F102-6476-964D-EC18-A6618739A13B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4:47:06.297" v="432" actId="22"/>
        <pc:sldMkLst>
          <pc:docMk/>
          <pc:sldMk cId="1059184626" sldId="267"/>
        </pc:sldMkLst>
        <pc:spChg chg="mod">
          <ac:chgData name="Frantz LEONCE" userId="bc90266e-f641-42e1-85dc-65023080b16e" providerId="ADAL" clId="{985B1D67-A52B-4446-AB0D-41FF0533A643}" dt="2026-05-12T04:43:31.886" v="406" actId="20577"/>
          <ac:spMkLst>
            <pc:docMk/>
            <pc:sldMk cId="1059184626" sldId="267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4:45:52.728" v="425" actId="313"/>
          <ac:spMkLst>
            <pc:docMk/>
            <pc:sldMk cId="1059184626" sldId="267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4:46:11.483" v="428" actId="14100"/>
          <ac:spMkLst>
            <pc:docMk/>
            <pc:sldMk cId="1059184626" sldId="267"/>
            <ac:spMk id="6" creationId="{BA7F77DC-DC89-7D51-B836-C7BC9D937825}"/>
          </ac:spMkLst>
        </pc:spChg>
        <pc:picChg chg="add">
          <ac:chgData name="Frantz LEONCE" userId="bc90266e-f641-42e1-85dc-65023080b16e" providerId="ADAL" clId="{985B1D67-A52B-4446-AB0D-41FF0533A643}" dt="2026-05-12T04:45:18.610" v="407" actId="22"/>
          <ac:picMkLst>
            <pc:docMk/>
            <pc:sldMk cId="1059184626" sldId="267"/>
            <ac:picMk id="5" creationId="{FED48CD8-FF90-891C-B7C4-CE11BDBF7021}"/>
          </ac:picMkLst>
        </pc:picChg>
        <pc:picChg chg="add del mod">
          <ac:chgData name="Frantz LEONCE" userId="bc90266e-f641-42e1-85dc-65023080b16e" providerId="ADAL" clId="{985B1D67-A52B-4446-AB0D-41FF0533A643}" dt="2026-05-12T04:47:06.297" v="432" actId="22"/>
          <ac:picMkLst>
            <pc:docMk/>
            <pc:sldMk cId="1059184626" sldId="267"/>
            <ac:picMk id="8" creationId="{BE04D3B7-C759-94E2-2A18-206BE7008B71}"/>
          </ac:picMkLst>
        </pc:picChg>
      </pc:sldChg>
      <pc:sldChg chg="add del">
        <pc:chgData name="Frantz LEONCE" userId="bc90266e-f641-42e1-85dc-65023080b16e" providerId="ADAL" clId="{985B1D67-A52B-4446-AB0D-41FF0533A643}" dt="2026-05-12T04:39:49.806" v="266" actId="47"/>
        <pc:sldMkLst>
          <pc:docMk/>
          <pc:sldMk cId="4262347706" sldId="267"/>
        </pc:sldMkLst>
      </pc:sldChg>
      <pc:sldChg chg="addSp modSp add mod">
        <pc:chgData name="Frantz LEONCE" userId="bc90266e-f641-42e1-85dc-65023080b16e" providerId="ADAL" clId="{985B1D67-A52B-4446-AB0D-41FF0533A643}" dt="2026-05-12T04:48:22.685" v="506" actId="1076"/>
        <pc:sldMkLst>
          <pc:docMk/>
          <pc:sldMk cId="3723314761" sldId="268"/>
        </pc:sldMkLst>
        <pc:spChg chg="mod">
          <ac:chgData name="Frantz LEONCE" userId="bc90266e-f641-42e1-85dc-65023080b16e" providerId="ADAL" clId="{985B1D67-A52B-4446-AB0D-41FF0533A643}" dt="2026-05-12T04:47:44.492" v="471" actId="20577"/>
          <ac:spMkLst>
            <pc:docMk/>
            <pc:sldMk cId="3723314761" sldId="268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4:48:07.058" v="502" actId="313"/>
          <ac:spMkLst>
            <pc:docMk/>
            <pc:sldMk cId="3723314761" sldId="268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4:48:22.685" v="506" actId="1076"/>
          <ac:spMkLst>
            <pc:docMk/>
            <pc:sldMk cId="3723314761" sldId="268"/>
            <ac:spMk id="6" creationId="{954E13A4-ECFA-A6D3-B3B3-904E8D9558BE}"/>
          </ac:spMkLst>
        </pc:spChg>
        <pc:picChg chg="add">
          <ac:chgData name="Frantz LEONCE" userId="bc90266e-f641-42e1-85dc-65023080b16e" providerId="ADAL" clId="{985B1D67-A52B-4446-AB0D-41FF0533A643}" dt="2026-05-12T04:47:07.670" v="433" actId="22"/>
          <ac:picMkLst>
            <pc:docMk/>
            <pc:sldMk cId="3723314761" sldId="268"/>
            <ac:picMk id="5" creationId="{D5AEB61B-DC76-8145-76AC-C8D7F930AC1B}"/>
          </ac:picMkLst>
        </pc:picChg>
      </pc:sldChg>
      <pc:sldChg chg="addSp modSp add mod">
        <pc:chgData name="Frantz LEONCE" userId="bc90266e-f641-42e1-85dc-65023080b16e" providerId="ADAL" clId="{985B1D67-A52B-4446-AB0D-41FF0533A643}" dt="2026-05-12T05:01:13.442" v="785" actId="15"/>
        <pc:sldMkLst>
          <pc:docMk/>
          <pc:sldMk cId="4177420775" sldId="269"/>
        </pc:sldMkLst>
        <pc:spChg chg="mod">
          <ac:chgData name="Frantz LEONCE" userId="bc90266e-f641-42e1-85dc-65023080b16e" providerId="ADAL" clId="{985B1D67-A52B-4446-AB0D-41FF0533A643}" dt="2026-05-12T04:58:50.980" v="719" actId="20577"/>
          <ac:spMkLst>
            <pc:docMk/>
            <pc:sldMk cId="4177420775" sldId="269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5:01:13.442" v="785" actId="15"/>
          <ac:spMkLst>
            <pc:docMk/>
            <pc:sldMk cId="4177420775" sldId="269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5:01:06.617" v="783" actId="1076"/>
          <ac:spMkLst>
            <pc:docMk/>
            <pc:sldMk cId="4177420775" sldId="269"/>
            <ac:spMk id="8" creationId="{5E5A0347-C52D-B55A-408D-114E5E670B84}"/>
          </ac:spMkLst>
        </pc:spChg>
        <pc:spChg chg="add mod">
          <ac:chgData name="Frantz LEONCE" userId="bc90266e-f641-42e1-85dc-65023080b16e" providerId="ADAL" clId="{985B1D67-A52B-4446-AB0D-41FF0533A643}" dt="2026-05-12T05:01:06.617" v="783" actId="1076"/>
          <ac:spMkLst>
            <pc:docMk/>
            <pc:sldMk cId="4177420775" sldId="269"/>
            <ac:spMk id="9" creationId="{AE0FA06C-3B1E-60B4-0594-4FEA2B0B78F7}"/>
          </ac:spMkLst>
        </pc:spChg>
        <pc:spChg chg="add mod">
          <ac:chgData name="Frantz LEONCE" userId="bc90266e-f641-42e1-85dc-65023080b16e" providerId="ADAL" clId="{985B1D67-A52B-4446-AB0D-41FF0533A643}" dt="2026-05-12T05:01:06.617" v="783" actId="1076"/>
          <ac:spMkLst>
            <pc:docMk/>
            <pc:sldMk cId="4177420775" sldId="269"/>
            <ac:spMk id="10" creationId="{8A9609C0-4DF4-5C45-E306-220B4389F0F0}"/>
          </ac:spMkLst>
        </pc:spChg>
        <pc:spChg chg="add mod">
          <ac:chgData name="Frantz LEONCE" userId="bc90266e-f641-42e1-85dc-65023080b16e" providerId="ADAL" clId="{985B1D67-A52B-4446-AB0D-41FF0533A643}" dt="2026-05-12T05:01:06.617" v="783" actId="1076"/>
          <ac:spMkLst>
            <pc:docMk/>
            <pc:sldMk cId="4177420775" sldId="269"/>
            <ac:spMk id="11" creationId="{8888F446-3EC0-6BA5-2D06-1A38CE140D2F}"/>
          </ac:spMkLst>
        </pc:spChg>
        <pc:picChg chg="add mod">
          <ac:chgData name="Frantz LEONCE" userId="bc90266e-f641-42e1-85dc-65023080b16e" providerId="ADAL" clId="{985B1D67-A52B-4446-AB0D-41FF0533A643}" dt="2026-05-12T05:01:06.617" v="783" actId="1076"/>
          <ac:picMkLst>
            <pc:docMk/>
            <pc:sldMk cId="4177420775" sldId="269"/>
            <ac:picMk id="5" creationId="{8BB6BC57-E205-CDC0-A65C-B4068F163965}"/>
          </ac:picMkLst>
        </pc:picChg>
        <pc:picChg chg="add mod">
          <ac:chgData name="Frantz LEONCE" userId="bc90266e-f641-42e1-85dc-65023080b16e" providerId="ADAL" clId="{985B1D67-A52B-4446-AB0D-41FF0533A643}" dt="2026-05-12T05:01:06.617" v="783" actId="1076"/>
          <ac:picMkLst>
            <pc:docMk/>
            <pc:sldMk cId="4177420775" sldId="269"/>
            <ac:picMk id="7" creationId="{D80ABAF0-03BD-553F-D89F-E5FC15894BDE}"/>
          </ac:picMkLst>
        </pc:picChg>
      </pc:sldChg>
      <pc:sldChg chg="addSp modSp add mod">
        <pc:chgData name="Frantz LEONCE" userId="bc90266e-f641-42e1-85dc-65023080b16e" providerId="ADAL" clId="{985B1D67-A52B-4446-AB0D-41FF0533A643}" dt="2026-05-12T04:51:51.170" v="586" actId="14100"/>
        <pc:sldMkLst>
          <pc:docMk/>
          <pc:sldMk cId="1784917043" sldId="270"/>
        </pc:sldMkLst>
        <pc:spChg chg="mod">
          <ac:chgData name="Frantz LEONCE" userId="bc90266e-f641-42e1-85dc-65023080b16e" providerId="ADAL" clId="{985B1D67-A52B-4446-AB0D-41FF0533A643}" dt="2026-05-12T04:50:34.161" v="527" actId="20577"/>
          <ac:spMkLst>
            <pc:docMk/>
            <pc:sldMk cId="1784917043" sldId="270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4:51:10.155" v="578" actId="20577"/>
          <ac:spMkLst>
            <pc:docMk/>
            <pc:sldMk cId="1784917043" sldId="270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4:51:38.471" v="581" actId="14100"/>
          <ac:spMkLst>
            <pc:docMk/>
            <pc:sldMk cId="1784917043" sldId="270"/>
            <ac:spMk id="6" creationId="{3F1B4707-CD5D-EB02-4CC6-585218EA34D1}"/>
          </ac:spMkLst>
        </pc:spChg>
        <pc:spChg chg="add mod">
          <ac:chgData name="Frantz LEONCE" userId="bc90266e-f641-42e1-85dc-65023080b16e" providerId="ADAL" clId="{985B1D67-A52B-4446-AB0D-41FF0533A643}" dt="2026-05-12T04:51:51.170" v="586" actId="14100"/>
          <ac:spMkLst>
            <pc:docMk/>
            <pc:sldMk cId="1784917043" sldId="270"/>
            <ac:spMk id="7" creationId="{8C8557C2-BFCA-CB49-FCC0-11337B8933AC}"/>
          </ac:spMkLst>
        </pc:spChg>
        <pc:picChg chg="add mod">
          <ac:chgData name="Frantz LEONCE" userId="bc90266e-f641-42e1-85dc-65023080b16e" providerId="ADAL" clId="{985B1D67-A52B-4446-AB0D-41FF0533A643}" dt="2026-05-12T04:51:42.326" v="584" actId="1076"/>
          <ac:picMkLst>
            <pc:docMk/>
            <pc:sldMk cId="1784917043" sldId="270"/>
            <ac:picMk id="5" creationId="{DF58FCD5-D6BD-14D0-0010-DADFA8B96BA2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4:58:07.405" v="683" actId="1076"/>
        <pc:sldMkLst>
          <pc:docMk/>
          <pc:sldMk cId="3252589291" sldId="271"/>
        </pc:sldMkLst>
        <pc:spChg chg="mod">
          <ac:chgData name="Frantz LEONCE" userId="bc90266e-f641-42e1-85dc-65023080b16e" providerId="ADAL" clId="{985B1D67-A52B-4446-AB0D-41FF0533A643}" dt="2026-05-12T04:57:11.079" v="670" actId="20577"/>
          <ac:spMkLst>
            <pc:docMk/>
            <pc:sldMk cId="3252589291" sldId="271"/>
            <ac:spMk id="2" creationId="{BD806FCD-13F3-6295-FE99-23E0C93353C5}"/>
          </ac:spMkLst>
        </pc:spChg>
        <pc:spChg chg="del">
          <ac:chgData name="Frantz LEONCE" userId="bc90266e-f641-42e1-85dc-65023080b16e" providerId="ADAL" clId="{985B1D67-A52B-4446-AB0D-41FF0533A643}" dt="2026-05-12T04:57:19.486" v="671" actId="478"/>
          <ac:spMkLst>
            <pc:docMk/>
            <pc:sldMk cId="3252589291" sldId="271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4:56:44.075" v="621" actId="1076"/>
          <ac:spMkLst>
            <pc:docMk/>
            <pc:sldMk cId="3252589291" sldId="271"/>
            <ac:spMk id="6" creationId="{3CADE13F-F897-EA23-4658-146652A7A69D}"/>
          </ac:spMkLst>
        </pc:spChg>
        <pc:spChg chg="add mod">
          <ac:chgData name="Frantz LEONCE" userId="bc90266e-f641-42e1-85dc-65023080b16e" providerId="ADAL" clId="{985B1D67-A52B-4446-AB0D-41FF0533A643}" dt="2026-05-12T04:56:44.075" v="621" actId="1076"/>
          <ac:spMkLst>
            <pc:docMk/>
            <pc:sldMk cId="3252589291" sldId="271"/>
            <ac:spMk id="7" creationId="{52EFACFE-CEE7-62A9-8F21-9DB10F050828}"/>
          </ac:spMkLst>
        </pc:spChg>
        <pc:spChg chg="add mod">
          <ac:chgData name="Frantz LEONCE" userId="bc90266e-f641-42e1-85dc-65023080b16e" providerId="ADAL" clId="{985B1D67-A52B-4446-AB0D-41FF0533A643}" dt="2026-05-12T04:56:44.075" v="621" actId="1076"/>
          <ac:spMkLst>
            <pc:docMk/>
            <pc:sldMk cId="3252589291" sldId="271"/>
            <ac:spMk id="8" creationId="{21DEA1FA-7B45-1E43-E61D-5D855C2A143D}"/>
          </ac:spMkLst>
        </pc:spChg>
        <pc:spChg chg="add mod">
          <ac:chgData name="Frantz LEONCE" userId="bc90266e-f641-42e1-85dc-65023080b16e" providerId="ADAL" clId="{985B1D67-A52B-4446-AB0D-41FF0533A643}" dt="2026-05-12T04:56:44.075" v="621" actId="1076"/>
          <ac:spMkLst>
            <pc:docMk/>
            <pc:sldMk cId="3252589291" sldId="271"/>
            <ac:spMk id="9" creationId="{EA2C553E-6B4A-D7B3-4070-C793F3B7E2E1}"/>
          </ac:spMkLst>
        </pc:spChg>
        <pc:spChg chg="add mod">
          <ac:chgData name="Frantz LEONCE" userId="bc90266e-f641-42e1-85dc-65023080b16e" providerId="ADAL" clId="{985B1D67-A52B-4446-AB0D-41FF0533A643}" dt="2026-05-12T04:56:44.075" v="621" actId="1076"/>
          <ac:spMkLst>
            <pc:docMk/>
            <pc:sldMk cId="3252589291" sldId="271"/>
            <ac:spMk id="10" creationId="{F278F9E1-B51D-F3AA-D69A-995F22360803}"/>
          </ac:spMkLst>
        </pc:spChg>
        <pc:spChg chg="add del mod">
          <ac:chgData name="Frantz LEONCE" userId="bc90266e-f641-42e1-85dc-65023080b16e" providerId="ADAL" clId="{985B1D67-A52B-4446-AB0D-41FF0533A643}" dt="2026-05-12T04:57:22.835" v="672" actId="478"/>
          <ac:spMkLst>
            <pc:docMk/>
            <pc:sldMk cId="3252589291" sldId="271"/>
            <ac:spMk id="14" creationId="{7012CA50-E02E-7FE9-3FBF-8ED04F0705B7}"/>
          </ac:spMkLst>
        </pc:spChg>
        <pc:spChg chg="add del">
          <ac:chgData name="Frantz LEONCE" userId="bc90266e-f641-42e1-85dc-65023080b16e" providerId="ADAL" clId="{985B1D67-A52B-4446-AB0D-41FF0533A643}" dt="2026-05-12T04:57:28.577" v="674" actId="22"/>
          <ac:spMkLst>
            <pc:docMk/>
            <pc:sldMk cId="3252589291" sldId="271"/>
            <ac:spMk id="16" creationId="{2B39293B-0087-7A2C-2786-52512B54B204}"/>
          </ac:spMkLst>
        </pc:spChg>
        <pc:spChg chg="add mod">
          <ac:chgData name="Frantz LEONCE" userId="bc90266e-f641-42e1-85dc-65023080b16e" providerId="ADAL" clId="{985B1D67-A52B-4446-AB0D-41FF0533A643}" dt="2026-05-12T04:57:44.911" v="678"/>
          <ac:spMkLst>
            <pc:docMk/>
            <pc:sldMk cId="3252589291" sldId="271"/>
            <ac:spMk id="17" creationId="{7D5C68C1-729F-C24B-1232-75B6EC58A5D3}"/>
          </ac:spMkLst>
        </pc:spChg>
        <pc:spChg chg="add mod">
          <ac:chgData name="Frantz LEONCE" userId="bc90266e-f641-42e1-85dc-65023080b16e" providerId="ADAL" clId="{985B1D67-A52B-4446-AB0D-41FF0533A643}" dt="2026-05-12T04:58:00.322" v="681" actId="14100"/>
          <ac:spMkLst>
            <pc:docMk/>
            <pc:sldMk cId="3252589291" sldId="271"/>
            <ac:spMk id="18" creationId="{BA085A71-A63B-59A5-D55E-2B535C7985D9}"/>
          </ac:spMkLst>
        </pc:spChg>
        <pc:spChg chg="add mod">
          <ac:chgData name="Frantz LEONCE" userId="bc90266e-f641-42e1-85dc-65023080b16e" providerId="ADAL" clId="{985B1D67-A52B-4446-AB0D-41FF0533A643}" dt="2026-05-12T04:58:07.405" v="683" actId="1076"/>
          <ac:spMkLst>
            <pc:docMk/>
            <pc:sldMk cId="3252589291" sldId="271"/>
            <ac:spMk id="19" creationId="{6F0A0820-C419-A071-7DEF-6E54797DC453}"/>
          </ac:spMkLst>
        </pc:spChg>
        <pc:picChg chg="add mod">
          <ac:chgData name="Frantz LEONCE" userId="bc90266e-f641-42e1-85dc-65023080b16e" providerId="ADAL" clId="{985B1D67-A52B-4446-AB0D-41FF0533A643}" dt="2026-05-12T04:56:44.075" v="621" actId="1076"/>
          <ac:picMkLst>
            <pc:docMk/>
            <pc:sldMk cId="3252589291" sldId="271"/>
            <ac:picMk id="5" creationId="{F05CFF99-8F58-815D-E139-3859627DC520}"/>
          </ac:picMkLst>
        </pc:picChg>
        <pc:picChg chg="add mod">
          <ac:chgData name="Frantz LEONCE" userId="bc90266e-f641-42e1-85dc-65023080b16e" providerId="ADAL" clId="{985B1D67-A52B-4446-AB0D-41FF0533A643}" dt="2026-05-12T04:56:35.209" v="620" actId="1076"/>
          <ac:picMkLst>
            <pc:docMk/>
            <pc:sldMk cId="3252589291" sldId="271"/>
            <ac:picMk id="12" creationId="{569D0EDE-526A-52D6-989E-DBDD454FAA12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5:54:01.175" v="993" actId="1076"/>
        <pc:sldMkLst>
          <pc:docMk/>
          <pc:sldMk cId="1502899926" sldId="272"/>
        </pc:sldMkLst>
        <pc:spChg chg="mod">
          <ac:chgData name="Frantz LEONCE" userId="bc90266e-f641-42e1-85dc-65023080b16e" providerId="ADAL" clId="{985B1D67-A52B-4446-AB0D-41FF0533A643}" dt="2026-05-12T05:46:04.687" v="937" actId="20577"/>
          <ac:spMkLst>
            <pc:docMk/>
            <pc:sldMk cId="1502899926" sldId="272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5:46:21.388" v="952" actId="20577"/>
          <ac:spMkLst>
            <pc:docMk/>
            <pc:sldMk cId="1502899926" sldId="272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5:54:01.175" v="993" actId="1076"/>
          <ac:spMkLst>
            <pc:docMk/>
            <pc:sldMk cId="1502899926" sldId="272"/>
            <ac:spMk id="6" creationId="{5958BEBE-629A-8C6A-6CBC-46C75BD746E0}"/>
          </ac:spMkLst>
        </pc:spChg>
        <pc:spChg chg="add mod">
          <ac:chgData name="Frantz LEONCE" userId="bc90266e-f641-42e1-85dc-65023080b16e" providerId="ADAL" clId="{985B1D67-A52B-4446-AB0D-41FF0533A643}" dt="2026-05-12T05:47:04.442" v="955" actId="1076"/>
          <ac:spMkLst>
            <pc:docMk/>
            <pc:sldMk cId="1502899926" sldId="272"/>
            <ac:spMk id="7" creationId="{DBC28FEF-602A-175E-4BF2-8164C7E75C39}"/>
          </ac:spMkLst>
        </pc:spChg>
        <pc:spChg chg="add mod">
          <ac:chgData name="Frantz LEONCE" userId="bc90266e-f641-42e1-85dc-65023080b16e" providerId="ADAL" clId="{985B1D67-A52B-4446-AB0D-41FF0533A643}" dt="2026-05-12T05:47:04.442" v="955" actId="1076"/>
          <ac:spMkLst>
            <pc:docMk/>
            <pc:sldMk cId="1502899926" sldId="272"/>
            <ac:spMk id="8" creationId="{5F53846C-148D-973D-F695-DBEB376027D9}"/>
          </ac:spMkLst>
        </pc:spChg>
        <pc:spChg chg="add mod">
          <ac:chgData name="Frantz LEONCE" userId="bc90266e-f641-42e1-85dc-65023080b16e" providerId="ADAL" clId="{985B1D67-A52B-4446-AB0D-41FF0533A643}" dt="2026-05-12T05:47:30.432" v="962" actId="14100"/>
          <ac:spMkLst>
            <pc:docMk/>
            <pc:sldMk cId="1502899926" sldId="272"/>
            <ac:spMk id="13" creationId="{476E8236-5334-C6E9-D0E9-D8D04C93C13A}"/>
          </ac:spMkLst>
        </pc:spChg>
        <pc:picChg chg="add mod">
          <ac:chgData name="Frantz LEONCE" userId="bc90266e-f641-42e1-85dc-65023080b16e" providerId="ADAL" clId="{985B1D67-A52B-4446-AB0D-41FF0533A643}" dt="2026-05-12T05:47:04.442" v="955" actId="1076"/>
          <ac:picMkLst>
            <pc:docMk/>
            <pc:sldMk cId="1502899926" sldId="272"/>
            <ac:picMk id="5" creationId="{6FC59437-BBCE-3A80-FFF3-E820C0E460B8}"/>
          </ac:picMkLst>
        </pc:picChg>
        <pc:picChg chg="add del">
          <ac:chgData name="Frantz LEONCE" userId="bc90266e-f641-42e1-85dc-65023080b16e" providerId="ADAL" clId="{985B1D67-A52B-4446-AB0D-41FF0533A643}" dt="2026-05-12T05:46:55.696" v="954" actId="22"/>
          <ac:picMkLst>
            <pc:docMk/>
            <pc:sldMk cId="1502899926" sldId="272"/>
            <ac:picMk id="10" creationId="{87F0E068-9DD9-B6E7-FF07-6D9FE161C444}"/>
          </ac:picMkLst>
        </pc:picChg>
        <pc:picChg chg="add mod">
          <ac:chgData name="Frantz LEONCE" userId="bc90266e-f641-42e1-85dc-65023080b16e" providerId="ADAL" clId="{985B1D67-A52B-4446-AB0D-41FF0533A643}" dt="2026-05-12T05:47:13.920" v="959" actId="1076"/>
          <ac:picMkLst>
            <pc:docMk/>
            <pc:sldMk cId="1502899926" sldId="272"/>
            <ac:picMk id="12" creationId="{9A490AA9-B56E-0876-FD46-CD022DBA8E44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5:05:56.721" v="836" actId="478"/>
        <pc:sldMkLst>
          <pc:docMk/>
          <pc:sldMk cId="4089241908" sldId="273"/>
        </pc:sldMkLst>
        <pc:spChg chg="mod">
          <ac:chgData name="Frantz LEONCE" userId="bc90266e-f641-42e1-85dc-65023080b16e" providerId="ADAL" clId="{985B1D67-A52B-4446-AB0D-41FF0533A643}" dt="2026-05-12T05:03:38.247" v="802" actId="313"/>
          <ac:spMkLst>
            <pc:docMk/>
            <pc:sldMk cId="4089241908" sldId="273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5:04:49.414" v="815"/>
          <ac:spMkLst>
            <pc:docMk/>
            <pc:sldMk cId="4089241908" sldId="273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5:05:26.640" v="823" actId="14100"/>
          <ac:spMkLst>
            <pc:docMk/>
            <pc:sldMk cId="4089241908" sldId="273"/>
            <ac:spMk id="7" creationId="{CD82C050-414F-1D3C-D148-9F30C62791F4}"/>
          </ac:spMkLst>
        </pc:spChg>
        <pc:spChg chg="add mod">
          <ac:chgData name="Frantz LEONCE" userId="bc90266e-f641-42e1-85dc-65023080b16e" providerId="ADAL" clId="{985B1D67-A52B-4446-AB0D-41FF0533A643}" dt="2026-05-12T05:05:33.584" v="826" actId="14100"/>
          <ac:spMkLst>
            <pc:docMk/>
            <pc:sldMk cId="4089241908" sldId="273"/>
            <ac:spMk id="8" creationId="{3922A555-EE27-10B3-5159-148FC9FC9073}"/>
          </ac:spMkLst>
        </pc:spChg>
        <pc:spChg chg="add mod">
          <ac:chgData name="Frantz LEONCE" userId="bc90266e-f641-42e1-85dc-65023080b16e" providerId="ADAL" clId="{985B1D67-A52B-4446-AB0D-41FF0533A643}" dt="2026-05-12T05:05:46.107" v="832" actId="14100"/>
          <ac:spMkLst>
            <pc:docMk/>
            <pc:sldMk cId="4089241908" sldId="273"/>
            <ac:spMk id="9" creationId="{B7394599-83FC-BB50-C8BD-F0BCED5758B0}"/>
          </ac:spMkLst>
        </pc:spChg>
        <pc:spChg chg="add del mod">
          <ac:chgData name="Frantz LEONCE" userId="bc90266e-f641-42e1-85dc-65023080b16e" providerId="ADAL" clId="{985B1D67-A52B-4446-AB0D-41FF0533A643}" dt="2026-05-12T05:05:56.721" v="836" actId="478"/>
          <ac:spMkLst>
            <pc:docMk/>
            <pc:sldMk cId="4089241908" sldId="273"/>
            <ac:spMk id="10" creationId="{3D54700A-DDAE-D3AB-FF4B-D7027F3F2328}"/>
          </ac:spMkLst>
        </pc:spChg>
        <pc:picChg chg="add mod modCrop">
          <ac:chgData name="Frantz LEONCE" userId="bc90266e-f641-42e1-85dc-65023080b16e" providerId="ADAL" clId="{985B1D67-A52B-4446-AB0D-41FF0533A643}" dt="2026-05-12T05:05:37.441" v="829" actId="1076"/>
          <ac:picMkLst>
            <pc:docMk/>
            <pc:sldMk cId="4089241908" sldId="273"/>
            <ac:picMk id="5" creationId="{C823DF6F-99AC-FD77-2742-A091D32E68F9}"/>
          </ac:picMkLst>
        </pc:picChg>
        <pc:picChg chg="add mod modCrop">
          <ac:chgData name="Frantz LEONCE" userId="bc90266e-f641-42e1-85dc-65023080b16e" providerId="ADAL" clId="{985B1D67-A52B-4446-AB0D-41FF0533A643}" dt="2026-05-12T05:05:14.970" v="820" actId="1076"/>
          <ac:picMkLst>
            <pc:docMk/>
            <pc:sldMk cId="4089241908" sldId="273"/>
            <ac:picMk id="6" creationId="{1F1F290C-8B2A-35A3-091C-B9F8784A90DD}"/>
          </ac:picMkLst>
        </pc:picChg>
      </pc:sldChg>
      <pc:sldChg chg="addSp modSp add mod">
        <pc:chgData name="Frantz LEONCE" userId="bc90266e-f641-42e1-85dc-65023080b16e" providerId="ADAL" clId="{985B1D67-A52B-4446-AB0D-41FF0533A643}" dt="2026-05-12T06:11:09.012" v="1241" actId="166"/>
        <pc:sldMkLst>
          <pc:docMk/>
          <pc:sldMk cId="2549901702" sldId="274"/>
        </pc:sldMkLst>
        <pc:spChg chg="mod">
          <ac:chgData name="Frantz LEONCE" userId="bc90266e-f641-42e1-85dc-65023080b16e" providerId="ADAL" clId="{985B1D67-A52B-4446-AB0D-41FF0533A643}" dt="2026-05-12T05:07:30.196" v="861" actId="20577"/>
          <ac:spMkLst>
            <pc:docMk/>
            <pc:sldMk cId="2549901702" sldId="274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5:07:44.602" v="878" actId="20577"/>
          <ac:spMkLst>
            <pc:docMk/>
            <pc:sldMk cId="2549901702" sldId="274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5:09:29.245" v="895" actId="1076"/>
          <ac:spMkLst>
            <pc:docMk/>
            <pc:sldMk cId="2549901702" sldId="274"/>
            <ac:spMk id="6" creationId="{0E8BF3CD-F0FD-AF04-CBDD-2DBAE3C9A9DC}"/>
          </ac:spMkLst>
        </pc:spChg>
        <pc:spChg chg="add mod ord">
          <ac:chgData name="Frantz LEONCE" userId="bc90266e-f641-42e1-85dc-65023080b16e" providerId="ADAL" clId="{985B1D67-A52B-4446-AB0D-41FF0533A643}" dt="2026-05-12T06:11:09.012" v="1241" actId="166"/>
          <ac:spMkLst>
            <pc:docMk/>
            <pc:sldMk cId="2549901702" sldId="274"/>
            <ac:spMk id="7" creationId="{DC6FD547-6F74-22A6-1F93-9FCC54C88D94}"/>
          </ac:spMkLst>
        </pc:spChg>
        <pc:spChg chg="add mod">
          <ac:chgData name="Frantz LEONCE" userId="bc90266e-f641-42e1-85dc-65023080b16e" providerId="ADAL" clId="{985B1D67-A52B-4446-AB0D-41FF0533A643}" dt="2026-05-12T05:10:06.237" v="900" actId="14100"/>
          <ac:spMkLst>
            <pc:docMk/>
            <pc:sldMk cId="2549901702" sldId="274"/>
            <ac:spMk id="11" creationId="{B0C62333-D29A-705E-4C83-C0E117ADC76D}"/>
          </ac:spMkLst>
        </pc:spChg>
        <pc:picChg chg="add mod modCrop">
          <ac:chgData name="Frantz LEONCE" userId="bc90266e-f641-42e1-85dc-65023080b16e" providerId="ADAL" clId="{985B1D67-A52B-4446-AB0D-41FF0533A643}" dt="2026-05-12T05:09:29.245" v="895" actId="1076"/>
          <ac:picMkLst>
            <pc:docMk/>
            <pc:sldMk cId="2549901702" sldId="274"/>
            <ac:picMk id="5" creationId="{BD9885E5-4BAB-87A7-07ED-30F6BC5E7CB3}"/>
          </ac:picMkLst>
        </pc:picChg>
        <pc:picChg chg="add mod">
          <ac:chgData name="Frantz LEONCE" userId="bc90266e-f641-42e1-85dc-65023080b16e" providerId="ADAL" clId="{985B1D67-A52B-4446-AB0D-41FF0533A643}" dt="2026-05-12T05:09:54.287" v="897" actId="1076"/>
          <ac:picMkLst>
            <pc:docMk/>
            <pc:sldMk cId="2549901702" sldId="274"/>
            <ac:picMk id="9" creationId="{9447DB76-5E49-D082-C5B4-3B7F01874D21}"/>
          </ac:picMkLst>
        </pc:picChg>
        <pc:picChg chg="add mod modCrop">
          <ac:chgData name="Frantz LEONCE" userId="bc90266e-f641-42e1-85dc-65023080b16e" providerId="ADAL" clId="{985B1D67-A52B-4446-AB0D-41FF0533A643}" dt="2026-05-12T05:08:59.259" v="891" actId="732"/>
          <ac:picMkLst>
            <pc:docMk/>
            <pc:sldMk cId="2549901702" sldId="274"/>
            <ac:picMk id="10" creationId="{990C9826-BC5C-2976-85B9-6B3B8BF2B9B4}"/>
          </ac:picMkLst>
        </pc:picChg>
        <pc:cxnChg chg="add mod">
          <ac:chgData name="Frantz LEONCE" userId="bc90266e-f641-42e1-85dc-65023080b16e" providerId="ADAL" clId="{985B1D67-A52B-4446-AB0D-41FF0533A643}" dt="2026-05-12T05:10:20.047" v="902" actId="208"/>
          <ac:cxnSpMkLst>
            <pc:docMk/>
            <pc:sldMk cId="2549901702" sldId="274"/>
            <ac:cxnSpMk id="13" creationId="{9ED40316-427D-2007-2290-C01DCA90A09F}"/>
          </ac:cxnSpMkLst>
        </pc:cxnChg>
      </pc:sldChg>
      <pc:sldChg chg="addSp modSp add mod">
        <pc:chgData name="Frantz LEONCE" userId="bc90266e-f641-42e1-85dc-65023080b16e" providerId="ADAL" clId="{985B1D67-A52B-4446-AB0D-41FF0533A643}" dt="2026-05-12T06:04:00.526" v="1145" actId="14100"/>
        <pc:sldMkLst>
          <pc:docMk/>
          <pc:sldMk cId="2905055486" sldId="275"/>
        </pc:sldMkLst>
        <pc:spChg chg="mod">
          <ac:chgData name="Frantz LEONCE" userId="bc90266e-f641-42e1-85dc-65023080b16e" providerId="ADAL" clId="{985B1D67-A52B-4446-AB0D-41FF0533A643}" dt="2026-05-12T05:54:59.813" v="1056" actId="20577"/>
          <ac:spMkLst>
            <pc:docMk/>
            <pc:sldMk cId="2905055486" sldId="275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5:55:05.586" v="1062" actId="20577"/>
          <ac:spMkLst>
            <pc:docMk/>
            <pc:sldMk cId="2905055486" sldId="275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5:54:12.060" v="999" actId="1036"/>
          <ac:spMkLst>
            <pc:docMk/>
            <pc:sldMk cId="2905055486" sldId="275"/>
            <ac:spMk id="6" creationId="{6DCFFE75-C05C-1FF3-450E-276088E0C71C}"/>
          </ac:spMkLst>
        </pc:spChg>
        <pc:spChg chg="add mod">
          <ac:chgData name="Frantz LEONCE" userId="bc90266e-f641-42e1-85dc-65023080b16e" providerId="ADAL" clId="{985B1D67-A52B-4446-AB0D-41FF0533A643}" dt="2026-05-12T05:54:24.337" v="1003" actId="14100"/>
          <ac:spMkLst>
            <pc:docMk/>
            <pc:sldMk cId="2905055486" sldId="275"/>
            <ac:spMk id="7" creationId="{6D568388-C2FE-BC52-C818-B3DF6056503D}"/>
          </ac:spMkLst>
        </pc:spChg>
        <pc:spChg chg="add mod">
          <ac:chgData name="Frantz LEONCE" userId="bc90266e-f641-42e1-85dc-65023080b16e" providerId="ADAL" clId="{985B1D67-A52B-4446-AB0D-41FF0533A643}" dt="2026-05-12T06:04:00.526" v="1145" actId="14100"/>
          <ac:spMkLst>
            <pc:docMk/>
            <pc:sldMk cId="2905055486" sldId="275"/>
            <ac:spMk id="10" creationId="{7B5EE1BC-51E8-6A68-1013-98D866AE69A0}"/>
          </ac:spMkLst>
        </pc:spChg>
        <pc:picChg chg="add mod">
          <ac:chgData name="Frantz LEONCE" userId="bc90266e-f641-42e1-85dc-65023080b16e" providerId="ADAL" clId="{985B1D67-A52B-4446-AB0D-41FF0533A643}" dt="2026-05-12T05:53:53.761" v="992" actId="1076"/>
          <ac:picMkLst>
            <pc:docMk/>
            <pc:sldMk cId="2905055486" sldId="275"/>
            <ac:picMk id="5" creationId="{B84D1A92-098D-1756-1287-F4F66844F495}"/>
          </ac:picMkLst>
        </pc:picChg>
        <pc:picChg chg="add mod">
          <ac:chgData name="Frantz LEONCE" userId="bc90266e-f641-42e1-85dc-65023080b16e" providerId="ADAL" clId="{985B1D67-A52B-4446-AB0D-41FF0533A643}" dt="2026-05-12T06:01:14.519" v="1064" actId="1076"/>
          <ac:picMkLst>
            <pc:docMk/>
            <pc:sldMk cId="2905055486" sldId="275"/>
            <ac:picMk id="9" creationId="{7D4D7CDB-FA3C-5E33-CCE3-14BF2B7928A1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5:49:58.807" v="989" actId="478"/>
        <pc:sldMkLst>
          <pc:docMk/>
          <pc:sldMk cId="3622593083" sldId="276"/>
        </pc:sldMkLst>
        <pc:spChg chg="del">
          <ac:chgData name="Frantz LEONCE" userId="bc90266e-f641-42e1-85dc-65023080b16e" providerId="ADAL" clId="{985B1D67-A52B-4446-AB0D-41FF0533A643}" dt="2026-05-12T05:49:54.775" v="986" actId="478"/>
          <ac:spMkLst>
            <pc:docMk/>
            <pc:sldMk cId="3622593083" sldId="276"/>
            <ac:spMk id="2" creationId="{BD806FCD-13F3-6295-FE99-23E0C93353C5}"/>
          </ac:spMkLst>
        </pc:spChg>
        <pc:spChg chg="del">
          <ac:chgData name="Frantz LEONCE" userId="bc90266e-f641-42e1-85dc-65023080b16e" providerId="ADAL" clId="{985B1D67-A52B-4446-AB0D-41FF0533A643}" dt="2026-05-12T05:49:57.605" v="988" actId="478"/>
          <ac:spMkLst>
            <pc:docMk/>
            <pc:sldMk cId="3622593083" sldId="276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5:49:12.730" v="974" actId="1037"/>
          <ac:spMkLst>
            <pc:docMk/>
            <pc:sldMk cId="3622593083" sldId="276"/>
            <ac:spMk id="6" creationId="{FB8B756E-61B3-E6A5-391D-37D19E0FF63B}"/>
          </ac:spMkLst>
        </pc:spChg>
        <pc:spChg chg="add mod">
          <ac:chgData name="Frantz LEONCE" userId="bc90266e-f641-42e1-85dc-65023080b16e" providerId="ADAL" clId="{985B1D67-A52B-4446-AB0D-41FF0533A643}" dt="2026-05-12T05:49:44.668" v="984" actId="1036"/>
          <ac:spMkLst>
            <pc:docMk/>
            <pc:sldMk cId="3622593083" sldId="276"/>
            <ac:spMk id="7" creationId="{78D92E74-FEE1-7A24-197F-8286259969FB}"/>
          </ac:spMkLst>
        </pc:spChg>
        <pc:spChg chg="add mod">
          <ac:chgData name="Frantz LEONCE" userId="bc90266e-f641-42e1-85dc-65023080b16e" providerId="ADAL" clId="{985B1D67-A52B-4446-AB0D-41FF0533A643}" dt="2026-05-12T05:49:49.062" v="985" actId="1076"/>
          <ac:spMkLst>
            <pc:docMk/>
            <pc:sldMk cId="3622593083" sldId="276"/>
            <ac:spMk id="8" creationId="{B55A2378-E128-79BA-9CB5-F5F501500EA1}"/>
          </ac:spMkLst>
        </pc:spChg>
        <pc:spChg chg="add del mod">
          <ac:chgData name="Frantz LEONCE" userId="bc90266e-f641-42e1-85dc-65023080b16e" providerId="ADAL" clId="{985B1D67-A52B-4446-AB0D-41FF0533A643}" dt="2026-05-12T05:49:56.242" v="987" actId="478"/>
          <ac:spMkLst>
            <pc:docMk/>
            <pc:sldMk cId="3622593083" sldId="276"/>
            <ac:spMk id="10" creationId="{2C58C5F6-32C4-D633-D5EA-AEC86A5700D3}"/>
          </ac:spMkLst>
        </pc:spChg>
        <pc:spChg chg="add del mod">
          <ac:chgData name="Frantz LEONCE" userId="bc90266e-f641-42e1-85dc-65023080b16e" providerId="ADAL" clId="{985B1D67-A52B-4446-AB0D-41FF0533A643}" dt="2026-05-12T05:49:58.807" v="989" actId="478"/>
          <ac:spMkLst>
            <pc:docMk/>
            <pc:sldMk cId="3622593083" sldId="276"/>
            <ac:spMk id="12" creationId="{353610C3-DABE-FD33-4CE4-C94DED9BAD19}"/>
          </ac:spMkLst>
        </pc:spChg>
        <pc:picChg chg="add">
          <ac:chgData name="Frantz LEONCE" userId="bc90266e-f641-42e1-85dc-65023080b16e" providerId="ADAL" clId="{985B1D67-A52B-4446-AB0D-41FF0533A643}" dt="2026-05-12T05:48:44.915" v="964" actId="22"/>
          <ac:picMkLst>
            <pc:docMk/>
            <pc:sldMk cId="3622593083" sldId="276"/>
            <ac:picMk id="5" creationId="{ACEF95B0-52AB-0944-52A3-738E45235850}"/>
          </ac:picMkLst>
        </pc:picChg>
      </pc:sldChg>
      <pc:sldChg chg="addSp modSp add mod ord">
        <pc:chgData name="Frantz LEONCE" userId="bc90266e-f641-42e1-85dc-65023080b16e" providerId="ADAL" clId="{985B1D67-A52B-4446-AB0D-41FF0533A643}" dt="2026-05-12T06:04:18.243" v="1151" actId="571"/>
        <pc:sldMkLst>
          <pc:docMk/>
          <pc:sldMk cId="557546836" sldId="277"/>
        </pc:sldMkLst>
        <pc:spChg chg="mod">
          <ac:chgData name="Frantz LEONCE" userId="bc90266e-f641-42e1-85dc-65023080b16e" providerId="ADAL" clId="{985B1D67-A52B-4446-AB0D-41FF0533A643}" dt="2026-05-12T06:02:38.764" v="1083" actId="20577"/>
          <ac:spMkLst>
            <pc:docMk/>
            <pc:sldMk cId="557546836" sldId="277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6:03:44.839" v="1141" actId="20577"/>
          <ac:spMkLst>
            <pc:docMk/>
            <pc:sldMk cId="557546836" sldId="277"/>
            <ac:spMk id="3" creationId="{FBF4F401-6E34-09C0-298D-CD1CEA4B927A}"/>
          </ac:spMkLst>
        </pc:spChg>
        <pc:spChg chg="add mod">
          <ac:chgData name="Frantz LEONCE" userId="bc90266e-f641-42e1-85dc-65023080b16e" providerId="ADAL" clId="{985B1D67-A52B-4446-AB0D-41FF0533A643}" dt="2026-05-12T06:04:10.102" v="1148" actId="14100"/>
          <ac:spMkLst>
            <pc:docMk/>
            <pc:sldMk cId="557546836" sldId="277"/>
            <ac:spMk id="6" creationId="{40523397-65C4-51FB-EA56-2927283E819D}"/>
          </ac:spMkLst>
        </pc:spChg>
        <pc:spChg chg="add mod">
          <ac:chgData name="Frantz LEONCE" userId="bc90266e-f641-42e1-85dc-65023080b16e" providerId="ADAL" clId="{985B1D67-A52B-4446-AB0D-41FF0533A643}" dt="2026-05-12T06:04:18.243" v="1151" actId="571"/>
          <ac:spMkLst>
            <pc:docMk/>
            <pc:sldMk cId="557546836" sldId="277"/>
            <ac:spMk id="7" creationId="{5019A9A5-8CC1-957C-DF16-9BAD0CF00450}"/>
          </ac:spMkLst>
        </pc:spChg>
        <pc:picChg chg="add mod">
          <ac:chgData name="Frantz LEONCE" userId="bc90266e-f641-42e1-85dc-65023080b16e" providerId="ADAL" clId="{985B1D67-A52B-4446-AB0D-41FF0533A643}" dt="2026-05-12T06:04:13.295" v="1150" actId="1076"/>
          <ac:picMkLst>
            <pc:docMk/>
            <pc:sldMk cId="557546836" sldId="277"/>
            <ac:picMk id="5" creationId="{AFFC17C9-EE0A-363D-B688-90C47DE681EF}"/>
          </ac:picMkLst>
        </pc:picChg>
      </pc:sldChg>
      <pc:sldChg chg="add del">
        <pc:chgData name="Frantz LEONCE" userId="bc90266e-f641-42e1-85dc-65023080b16e" providerId="ADAL" clId="{985B1D67-A52B-4446-AB0D-41FF0533A643}" dt="2026-05-12T06:59:57.364" v="1730" actId="47"/>
        <pc:sldMkLst>
          <pc:docMk/>
          <pc:sldMk cId="3816044548" sldId="278"/>
        </pc:sldMkLst>
      </pc:sldChg>
      <pc:sldChg chg="addSp delSp modSp add mod ord">
        <pc:chgData name="Frantz LEONCE" userId="bc90266e-f641-42e1-85dc-65023080b16e" providerId="ADAL" clId="{985B1D67-A52B-4446-AB0D-41FF0533A643}" dt="2026-05-12T06:12:34.151" v="1326" actId="14100"/>
        <pc:sldMkLst>
          <pc:docMk/>
          <pc:sldMk cId="272968756" sldId="279"/>
        </pc:sldMkLst>
        <pc:spChg chg="mod">
          <ac:chgData name="Frantz LEONCE" userId="bc90266e-f641-42e1-85dc-65023080b16e" providerId="ADAL" clId="{985B1D67-A52B-4446-AB0D-41FF0533A643}" dt="2026-05-12T06:06:32.534" v="1158" actId="20577"/>
          <ac:spMkLst>
            <pc:docMk/>
            <pc:sldMk cId="272968756" sldId="279"/>
            <ac:spMk id="2" creationId="{BD806FCD-13F3-6295-FE99-23E0C93353C5}"/>
          </ac:spMkLst>
        </pc:spChg>
        <pc:spChg chg="del">
          <ac:chgData name="Frantz LEONCE" userId="bc90266e-f641-42e1-85dc-65023080b16e" providerId="ADAL" clId="{985B1D67-A52B-4446-AB0D-41FF0533A643}" dt="2026-05-12T06:06:41.012" v="1159" actId="478"/>
          <ac:spMkLst>
            <pc:docMk/>
            <pc:sldMk cId="272968756" sldId="279"/>
            <ac:spMk id="6" creationId="{3CADE13F-F897-EA23-4658-146652A7A69D}"/>
          </ac:spMkLst>
        </pc:spChg>
        <pc:spChg chg="del">
          <ac:chgData name="Frantz LEONCE" userId="bc90266e-f641-42e1-85dc-65023080b16e" providerId="ADAL" clId="{985B1D67-A52B-4446-AB0D-41FF0533A643}" dt="2026-05-12T06:09:09.866" v="1191" actId="478"/>
          <ac:spMkLst>
            <pc:docMk/>
            <pc:sldMk cId="272968756" sldId="279"/>
            <ac:spMk id="7" creationId="{52EFACFE-CEE7-62A9-8F21-9DB10F050828}"/>
          </ac:spMkLst>
        </pc:spChg>
        <pc:spChg chg="del">
          <ac:chgData name="Frantz LEONCE" userId="bc90266e-f641-42e1-85dc-65023080b16e" providerId="ADAL" clId="{985B1D67-A52B-4446-AB0D-41FF0533A643}" dt="2026-05-12T06:06:41.012" v="1159" actId="478"/>
          <ac:spMkLst>
            <pc:docMk/>
            <pc:sldMk cId="272968756" sldId="279"/>
            <ac:spMk id="8" creationId="{21DEA1FA-7B45-1E43-E61D-5D855C2A143D}"/>
          </ac:spMkLst>
        </pc:spChg>
        <pc:spChg chg="del">
          <ac:chgData name="Frantz LEONCE" userId="bc90266e-f641-42e1-85dc-65023080b16e" providerId="ADAL" clId="{985B1D67-A52B-4446-AB0D-41FF0533A643}" dt="2026-05-12T06:06:41.012" v="1159" actId="478"/>
          <ac:spMkLst>
            <pc:docMk/>
            <pc:sldMk cId="272968756" sldId="279"/>
            <ac:spMk id="9" creationId="{EA2C553E-6B4A-D7B3-4070-C793F3B7E2E1}"/>
          </ac:spMkLst>
        </pc:spChg>
        <pc:spChg chg="del">
          <ac:chgData name="Frantz LEONCE" userId="bc90266e-f641-42e1-85dc-65023080b16e" providerId="ADAL" clId="{985B1D67-A52B-4446-AB0D-41FF0533A643}" dt="2026-05-12T06:06:41.012" v="1159" actId="478"/>
          <ac:spMkLst>
            <pc:docMk/>
            <pc:sldMk cId="272968756" sldId="279"/>
            <ac:spMk id="10" creationId="{F278F9E1-B51D-F3AA-D69A-995F22360803}"/>
          </ac:spMkLst>
        </pc:spChg>
        <pc:spChg chg="add mod">
          <ac:chgData name="Frantz LEONCE" userId="bc90266e-f641-42e1-85dc-65023080b16e" providerId="ADAL" clId="{985B1D67-A52B-4446-AB0D-41FF0533A643}" dt="2026-05-12T06:12:34.151" v="1326" actId="14100"/>
          <ac:spMkLst>
            <pc:docMk/>
            <pc:sldMk cId="272968756" sldId="279"/>
            <ac:spMk id="11" creationId="{27E3B30D-7A5B-75CE-6052-A996D9B7A46F}"/>
          </ac:spMkLst>
        </pc:spChg>
        <pc:spChg chg="del">
          <ac:chgData name="Frantz LEONCE" userId="bc90266e-f641-42e1-85dc-65023080b16e" providerId="ADAL" clId="{985B1D67-A52B-4446-AB0D-41FF0533A643}" dt="2026-05-12T06:06:41.012" v="1159" actId="478"/>
          <ac:spMkLst>
            <pc:docMk/>
            <pc:sldMk cId="272968756" sldId="279"/>
            <ac:spMk id="17" creationId="{7D5C68C1-729F-C24B-1232-75B6EC58A5D3}"/>
          </ac:spMkLst>
        </pc:spChg>
        <pc:spChg chg="del">
          <ac:chgData name="Frantz LEONCE" userId="bc90266e-f641-42e1-85dc-65023080b16e" providerId="ADAL" clId="{985B1D67-A52B-4446-AB0D-41FF0533A643}" dt="2026-05-12T06:06:41.012" v="1159" actId="478"/>
          <ac:spMkLst>
            <pc:docMk/>
            <pc:sldMk cId="272968756" sldId="279"/>
            <ac:spMk id="18" creationId="{BA085A71-A63B-59A5-D55E-2B535C7985D9}"/>
          </ac:spMkLst>
        </pc:spChg>
        <pc:spChg chg="del">
          <ac:chgData name="Frantz LEONCE" userId="bc90266e-f641-42e1-85dc-65023080b16e" providerId="ADAL" clId="{985B1D67-A52B-4446-AB0D-41FF0533A643}" dt="2026-05-12T06:06:41.012" v="1159" actId="478"/>
          <ac:spMkLst>
            <pc:docMk/>
            <pc:sldMk cId="272968756" sldId="279"/>
            <ac:spMk id="19" creationId="{6F0A0820-C419-A071-7DEF-6E54797DC453}"/>
          </ac:spMkLst>
        </pc:spChg>
        <pc:spChg chg="add mod">
          <ac:chgData name="Frantz LEONCE" userId="bc90266e-f641-42e1-85dc-65023080b16e" providerId="ADAL" clId="{985B1D67-A52B-4446-AB0D-41FF0533A643}" dt="2026-05-12T06:11:31.687" v="1247" actId="14100"/>
          <ac:spMkLst>
            <pc:docMk/>
            <pc:sldMk cId="272968756" sldId="279"/>
            <ac:spMk id="22" creationId="{E91DA05B-F5CE-2570-188D-2A775E812FE6}"/>
          </ac:spMkLst>
        </pc:spChg>
        <pc:picChg chg="add del mod">
          <ac:chgData name="Frantz LEONCE" userId="bc90266e-f641-42e1-85dc-65023080b16e" providerId="ADAL" clId="{985B1D67-A52B-4446-AB0D-41FF0533A643}" dt="2026-05-12T06:09:54.600" v="1198" actId="478"/>
          <ac:picMkLst>
            <pc:docMk/>
            <pc:sldMk cId="272968756" sldId="279"/>
            <ac:picMk id="4" creationId="{DD3E8858-7C5A-4F54-813F-AD744C8A4F21}"/>
          </ac:picMkLst>
        </pc:picChg>
        <pc:picChg chg="del">
          <ac:chgData name="Frantz LEONCE" userId="bc90266e-f641-42e1-85dc-65023080b16e" providerId="ADAL" clId="{985B1D67-A52B-4446-AB0D-41FF0533A643}" dt="2026-05-12T06:06:41.012" v="1159" actId="478"/>
          <ac:picMkLst>
            <pc:docMk/>
            <pc:sldMk cId="272968756" sldId="279"/>
            <ac:picMk id="5" creationId="{F05CFF99-8F58-815D-E139-3859627DC520}"/>
          </ac:picMkLst>
        </pc:picChg>
        <pc:picChg chg="del">
          <ac:chgData name="Frantz LEONCE" userId="bc90266e-f641-42e1-85dc-65023080b16e" providerId="ADAL" clId="{985B1D67-A52B-4446-AB0D-41FF0533A643}" dt="2026-05-12T06:06:41.012" v="1159" actId="478"/>
          <ac:picMkLst>
            <pc:docMk/>
            <pc:sldMk cId="272968756" sldId="279"/>
            <ac:picMk id="12" creationId="{569D0EDE-526A-52D6-989E-DBDD454FAA12}"/>
          </ac:picMkLst>
        </pc:picChg>
        <pc:picChg chg="add mod">
          <ac:chgData name="Frantz LEONCE" userId="bc90266e-f641-42e1-85dc-65023080b16e" providerId="ADAL" clId="{985B1D67-A52B-4446-AB0D-41FF0533A643}" dt="2026-05-12T06:11:22.370" v="1244" actId="1076"/>
          <ac:picMkLst>
            <pc:docMk/>
            <pc:sldMk cId="272968756" sldId="279"/>
            <ac:picMk id="14" creationId="{9712A14E-F37E-8BFB-D104-BA846FEC3BF6}"/>
          </ac:picMkLst>
        </pc:picChg>
        <pc:picChg chg="add mod">
          <ac:chgData name="Frantz LEONCE" userId="bc90266e-f641-42e1-85dc-65023080b16e" providerId="ADAL" clId="{985B1D67-A52B-4446-AB0D-41FF0533A643}" dt="2026-05-12T06:12:16.750" v="1309" actId="1076"/>
          <ac:picMkLst>
            <pc:docMk/>
            <pc:sldMk cId="272968756" sldId="279"/>
            <ac:picMk id="16" creationId="{207115AF-1C24-5916-DBC3-55E31296AE2D}"/>
          </ac:picMkLst>
        </pc:picChg>
        <pc:picChg chg="add mod">
          <ac:chgData name="Frantz LEONCE" userId="bc90266e-f641-42e1-85dc-65023080b16e" providerId="ADAL" clId="{985B1D67-A52B-4446-AB0D-41FF0533A643}" dt="2026-05-12T06:10:52.596" v="1239" actId="1076"/>
          <ac:picMkLst>
            <pc:docMk/>
            <pc:sldMk cId="272968756" sldId="279"/>
            <ac:picMk id="21" creationId="{61B34871-A264-83CB-8F2E-FE5EFE5771D3}"/>
          </ac:picMkLst>
        </pc:picChg>
      </pc:sldChg>
      <pc:sldChg chg="addSp delSp modSp new del mod">
        <pc:chgData name="Frantz LEONCE" userId="bc90266e-f641-42e1-85dc-65023080b16e" providerId="ADAL" clId="{985B1D67-A52B-4446-AB0D-41FF0533A643}" dt="2026-05-12T06:27:01.977" v="1558" actId="47"/>
        <pc:sldMkLst>
          <pc:docMk/>
          <pc:sldMk cId="3940353943" sldId="280"/>
        </pc:sldMkLst>
        <pc:picChg chg="add del mod">
          <ac:chgData name="Frantz LEONCE" userId="bc90266e-f641-42e1-85dc-65023080b16e" providerId="ADAL" clId="{985B1D67-A52B-4446-AB0D-41FF0533A643}" dt="2026-05-12T06:27:00.041" v="1557" actId="21"/>
          <ac:picMkLst>
            <pc:docMk/>
            <pc:sldMk cId="3940353943" sldId="280"/>
            <ac:picMk id="5" creationId="{3F3BC923-1CFA-EF45-D789-001CFDB874AA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6:16:57.833" v="1455" actId="14100"/>
        <pc:sldMkLst>
          <pc:docMk/>
          <pc:sldMk cId="3321853667" sldId="281"/>
        </pc:sldMkLst>
        <pc:spChg chg="mod">
          <ac:chgData name="Frantz LEONCE" userId="bc90266e-f641-42e1-85dc-65023080b16e" providerId="ADAL" clId="{985B1D67-A52B-4446-AB0D-41FF0533A643}" dt="2026-05-12T06:15:53.166" v="1392" actId="20577"/>
          <ac:spMkLst>
            <pc:docMk/>
            <pc:sldMk cId="3321853667" sldId="281"/>
            <ac:spMk id="2" creationId="{BD806FCD-13F3-6295-FE99-23E0C93353C5}"/>
          </ac:spMkLst>
        </pc:spChg>
        <pc:spChg chg="add mod">
          <ac:chgData name="Frantz LEONCE" userId="bc90266e-f641-42e1-85dc-65023080b16e" providerId="ADAL" clId="{985B1D67-A52B-4446-AB0D-41FF0533A643}" dt="2026-05-12T06:16:22.848" v="1450" actId="1076"/>
          <ac:spMkLst>
            <pc:docMk/>
            <pc:sldMk cId="3321853667" sldId="281"/>
            <ac:spMk id="5" creationId="{E91DA05B-F5CE-2570-188D-2A775E812FE6}"/>
          </ac:spMkLst>
        </pc:spChg>
        <pc:spChg chg="add mod">
          <ac:chgData name="Frantz LEONCE" userId="bc90266e-f641-42e1-85dc-65023080b16e" providerId="ADAL" clId="{985B1D67-A52B-4446-AB0D-41FF0533A643}" dt="2026-05-12T06:16:22.848" v="1450" actId="1076"/>
          <ac:spMkLst>
            <pc:docMk/>
            <pc:sldMk cId="3321853667" sldId="281"/>
            <ac:spMk id="6" creationId="{9FD09A0B-CD97-438E-58B7-36196BDF1D3D}"/>
          </ac:spMkLst>
        </pc:spChg>
        <pc:spChg chg="add mod">
          <ac:chgData name="Frantz LEONCE" userId="bc90266e-f641-42e1-85dc-65023080b16e" providerId="ADAL" clId="{985B1D67-A52B-4446-AB0D-41FF0533A643}" dt="2026-05-12T06:16:22.848" v="1450" actId="1076"/>
          <ac:spMkLst>
            <pc:docMk/>
            <pc:sldMk cId="3321853667" sldId="281"/>
            <ac:spMk id="7" creationId="{97DC9581-35F1-6D5C-74DB-1B2EE85B40F6}"/>
          </ac:spMkLst>
        </pc:spChg>
        <pc:spChg chg="add mod">
          <ac:chgData name="Frantz LEONCE" userId="bc90266e-f641-42e1-85dc-65023080b16e" providerId="ADAL" clId="{985B1D67-A52B-4446-AB0D-41FF0533A643}" dt="2026-05-12T06:16:57.833" v="1455" actId="14100"/>
          <ac:spMkLst>
            <pc:docMk/>
            <pc:sldMk cId="3321853667" sldId="281"/>
            <ac:spMk id="10" creationId="{C7F54B74-15B0-2D9D-1ADD-1E56B2617815}"/>
          </ac:spMkLst>
        </pc:spChg>
        <pc:spChg chg="mod">
          <ac:chgData name="Frantz LEONCE" userId="bc90266e-f641-42e1-85dc-65023080b16e" providerId="ADAL" clId="{985B1D67-A52B-4446-AB0D-41FF0533A643}" dt="2026-05-12T06:16:16.259" v="1449" actId="20577"/>
          <ac:spMkLst>
            <pc:docMk/>
            <pc:sldMk cId="3321853667" sldId="281"/>
            <ac:spMk id="11" creationId="{27E3B30D-7A5B-75CE-6052-A996D9B7A46F}"/>
          </ac:spMkLst>
        </pc:spChg>
        <pc:spChg chg="del">
          <ac:chgData name="Frantz LEONCE" userId="bc90266e-f641-42e1-85dc-65023080b16e" providerId="ADAL" clId="{985B1D67-A52B-4446-AB0D-41FF0533A643}" dt="2026-05-12T06:15:05.444" v="1375" actId="21"/>
          <ac:spMkLst>
            <pc:docMk/>
            <pc:sldMk cId="3321853667" sldId="281"/>
            <ac:spMk id="22" creationId="{E91DA05B-F5CE-2570-188D-2A775E812FE6}"/>
          </ac:spMkLst>
        </pc:spChg>
        <pc:picChg chg="add mod">
          <ac:chgData name="Frantz LEONCE" userId="bc90266e-f641-42e1-85dc-65023080b16e" providerId="ADAL" clId="{985B1D67-A52B-4446-AB0D-41FF0533A643}" dt="2026-05-12T06:16:22.848" v="1450" actId="1076"/>
          <ac:picMkLst>
            <pc:docMk/>
            <pc:sldMk cId="3321853667" sldId="281"/>
            <ac:picMk id="4" creationId="{03D00C03-0CB7-9021-84DD-33B2521B455E}"/>
          </ac:picMkLst>
        </pc:picChg>
        <pc:picChg chg="add mod">
          <ac:chgData name="Frantz LEONCE" userId="bc90266e-f641-42e1-85dc-65023080b16e" providerId="ADAL" clId="{985B1D67-A52B-4446-AB0D-41FF0533A643}" dt="2026-05-12T06:16:46.074" v="1452" actId="1076"/>
          <ac:picMkLst>
            <pc:docMk/>
            <pc:sldMk cId="3321853667" sldId="281"/>
            <ac:picMk id="9" creationId="{2DC7374E-7A90-C8CA-443B-BDC37B6C0883}"/>
          </ac:picMkLst>
        </pc:picChg>
        <pc:picChg chg="del">
          <ac:chgData name="Frantz LEONCE" userId="bc90266e-f641-42e1-85dc-65023080b16e" providerId="ADAL" clId="{985B1D67-A52B-4446-AB0D-41FF0533A643}" dt="2026-05-12T06:15:00.664" v="1371" actId="478"/>
          <ac:picMkLst>
            <pc:docMk/>
            <pc:sldMk cId="3321853667" sldId="281"/>
            <ac:picMk id="14" creationId="{9712A14E-F37E-8BFB-D104-BA846FEC3BF6}"/>
          </ac:picMkLst>
        </pc:picChg>
        <pc:picChg chg="del">
          <ac:chgData name="Frantz LEONCE" userId="bc90266e-f641-42e1-85dc-65023080b16e" providerId="ADAL" clId="{985B1D67-A52B-4446-AB0D-41FF0533A643}" dt="2026-05-12T06:15:39.872" v="1387" actId="478"/>
          <ac:picMkLst>
            <pc:docMk/>
            <pc:sldMk cId="3321853667" sldId="281"/>
            <ac:picMk id="16" creationId="{207115AF-1C24-5916-DBC3-55E31296AE2D}"/>
          </ac:picMkLst>
        </pc:picChg>
        <pc:picChg chg="del">
          <ac:chgData name="Frantz LEONCE" userId="bc90266e-f641-42e1-85dc-65023080b16e" providerId="ADAL" clId="{985B1D67-A52B-4446-AB0D-41FF0533A643}" dt="2026-05-12T06:15:01.153" v="1372" actId="478"/>
          <ac:picMkLst>
            <pc:docMk/>
            <pc:sldMk cId="3321853667" sldId="281"/>
            <ac:picMk id="21" creationId="{61B34871-A264-83CB-8F2E-FE5EFE5771D3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6:21:24.500" v="1553" actId="20577"/>
        <pc:sldMkLst>
          <pc:docMk/>
          <pc:sldMk cId="3850354593" sldId="282"/>
        </pc:sldMkLst>
        <pc:spChg chg="mod">
          <ac:chgData name="Frantz LEONCE" userId="bc90266e-f641-42e1-85dc-65023080b16e" providerId="ADAL" clId="{985B1D67-A52B-4446-AB0D-41FF0533A643}" dt="2026-05-12T06:20:53.856" v="1511" actId="20577"/>
          <ac:spMkLst>
            <pc:docMk/>
            <pc:sldMk cId="3850354593" sldId="282"/>
            <ac:spMk id="2" creationId="{BD806FCD-13F3-6295-FE99-23E0C93353C5}"/>
          </ac:spMkLst>
        </pc:spChg>
        <pc:spChg chg="del">
          <ac:chgData name="Frantz LEONCE" userId="bc90266e-f641-42e1-85dc-65023080b16e" providerId="ADAL" clId="{985B1D67-A52B-4446-AB0D-41FF0533A643}" dt="2026-05-12T06:19:04.353" v="1458" actId="478"/>
          <ac:spMkLst>
            <pc:docMk/>
            <pc:sldMk cId="3850354593" sldId="282"/>
            <ac:spMk id="5" creationId="{E91DA05B-F5CE-2570-188D-2A775E812FE6}"/>
          </ac:spMkLst>
        </pc:spChg>
        <pc:spChg chg="del">
          <ac:chgData name="Frantz LEONCE" userId="bc90266e-f641-42e1-85dc-65023080b16e" providerId="ADAL" clId="{985B1D67-A52B-4446-AB0D-41FF0533A643}" dt="2026-05-12T06:19:04.353" v="1458" actId="478"/>
          <ac:spMkLst>
            <pc:docMk/>
            <pc:sldMk cId="3850354593" sldId="282"/>
            <ac:spMk id="6" creationId="{9FD09A0B-CD97-438E-58B7-36196BDF1D3D}"/>
          </ac:spMkLst>
        </pc:spChg>
        <pc:spChg chg="del">
          <ac:chgData name="Frantz LEONCE" userId="bc90266e-f641-42e1-85dc-65023080b16e" providerId="ADAL" clId="{985B1D67-A52B-4446-AB0D-41FF0533A643}" dt="2026-05-12T06:19:04.353" v="1458" actId="478"/>
          <ac:spMkLst>
            <pc:docMk/>
            <pc:sldMk cId="3850354593" sldId="282"/>
            <ac:spMk id="7" creationId="{97DC9581-35F1-6D5C-74DB-1B2EE85B40F6}"/>
          </ac:spMkLst>
        </pc:spChg>
        <pc:spChg chg="del">
          <ac:chgData name="Frantz LEONCE" userId="bc90266e-f641-42e1-85dc-65023080b16e" providerId="ADAL" clId="{985B1D67-A52B-4446-AB0D-41FF0533A643}" dt="2026-05-12T06:20:04.223" v="1460" actId="478"/>
          <ac:spMkLst>
            <pc:docMk/>
            <pc:sldMk cId="3850354593" sldId="282"/>
            <ac:spMk id="10" creationId="{C7F54B74-15B0-2D9D-1ADD-1E56B2617815}"/>
          </ac:spMkLst>
        </pc:spChg>
        <pc:spChg chg="mod">
          <ac:chgData name="Frantz LEONCE" userId="bc90266e-f641-42e1-85dc-65023080b16e" providerId="ADAL" clId="{985B1D67-A52B-4446-AB0D-41FF0533A643}" dt="2026-05-12T06:21:24.500" v="1553" actId="20577"/>
          <ac:spMkLst>
            <pc:docMk/>
            <pc:sldMk cId="3850354593" sldId="282"/>
            <ac:spMk id="11" creationId="{27E3B30D-7A5B-75CE-6052-A996D9B7A46F}"/>
          </ac:spMkLst>
        </pc:spChg>
        <pc:picChg chg="del">
          <ac:chgData name="Frantz LEONCE" userId="bc90266e-f641-42e1-85dc-65023080b16e" providerId="ADAL" clId="{985B1D67-A52B-4446-AB0D-41FF0533A643}" dt="2026-05-12T06:19:02.300" v="1457" actId="478"/>
          <ac:picMkLst>
            <pc:docMk/>
            <pc:sldMk cId="3850354593" sldId="282"/>
            <ac:picMk id="4" creationId="{03D00C03-0CB7-9021-84DD-33B2521B455E}"/>
          </ac:picMkLst>
        </pc:picChg>
        <pc:picChg chg="add">
          <ac:chgData name="Frantz LEONCE" userId="bc90266e-f641-42e1-85dc-65023080b16e" providerId="ADAL" clId="{985B1D67-A52B-4446-AB0D-41FF0533A643}" dt="2026-05-12T06:19:34.676" v="1459" actId="22"/>
          <ac:picMkLst>
            <pc:docMk/>
            <pc:sldMk cId="3850354593" sldId="282"/>
            <ac:picMk id="8" creationId="{694D3E12-2849-590A-1FE5-2895ECBC0C55}"/>
          </ac:picMkLst>
        </pc:picChg>
        <pc:picChg chg="del">
          <ac:chgData name="Frantz LEONCE" userId="bc90266e-f641-42e1-85dc-65023080b16e" providerId="ADAL" clId="{985B1D67-A52B-4446-AB0D-41FF0533A643}" dt="2026-05-12T06:20:04.223" v="1460" actId="478"/>
          <ac:picMkLst>
            <pc:docMk/>
            <pc:sldMk cId="3850354593" sldId="282"/>
            <ac:picMk id="9" creationId="{2DC7374E-7A90-C8CA-443B-BDC37B6C0883}"/>
          </ac:picMkLst>
        </pc:picChg>
      </pc:sldChg>
      <pc:sldChg chg="addSp delSp modSp add mod">
        <pc:chgData name="Frantz LEONCE" userId="bc90266e-f641-42e1-85dc-65023080b16e" providerId="ADAL" clId="{985B1D67-A52B-4446-AB0D-41FF0533A643}" dt="2026-05-12T06:28:27.569" v="1628" actId="1076"/>
        <pc:sldMkLst>
          <pc:docMk/>
          <pc:sldMk cId="4148390735" sldId="283"/>
        </pc:sldMkLst>
        <pc:spChg chg="mod">
          <ac:chgData name="Frantz LEONCE" userId="bc90266e-f641-42e1-85dc-65023080b16e" providerId="ADAL" clId="{985B1D67-A52B-4446-AB0D-41FF0533A643}" dt="2026-05-12T06:27:58.166" v="1615" actId="313"/>
          <ac:spMkLst>
            <pc:docMk/>
            <pc:sldMk cId="4148390735" sldId="283"/>
            <ac:spMk id="2" creationId="{BD806FCD-13F3-6295-FE99-23E0C93353C5}"/>
          </ac:spMkLst>
        </pc:spChg>
        <pc:spChg chg="mod">
          <ac:chgData name="Frantz LEONCE" userId="bc90266e-f641-42e1-85dc-65023080b16e" providerId="ADAL" clId="{985B1D67-A52B-4446-AB0D-41FF0533A643}" dt="2026-05-12T06:28:24.173" v="1627" actId="20577"/>
          <ac:spMkLst>
            <pc:docMk/>
            <pc:sldMk cId="4148390735" sldId="283"/>
            <ac:spMk id="11" creationId="{27E3B30D-7A5B-75CE-6052-A996D9B7A46F}"/>
          </ac:spMkLst>
        </pc:spChg>
        <pc:spChg chg="del">
          <ac:chgData name="Frantz LEONCE" userId="bc90266e-f641-42e1-85dc-65023080b16e" providerId="ADAL" clId="{985B1D67-A52B-4446-AB0D-41FF0533A643}" dt="2026-05-12T06:27:19.336" v="1561" actId="478"/>
          <ac:spMkLst>
            <pc:docMk/>
            <pc:sldMk cId="4148390735" sldId="283"/>
            <ac:spMk id="22" creationId="{E91DA05B-F5CE-2570-188D-2A775E812FE6}"/>
          </ac:spMkLst>
        </pc:spChg>
        <pc:picChg chg="add mod">
          <ac:chgData name="Frantz LEONCE" userId="bc90266e-f641-42e1-85dc-65023080b16e" providerId="ADAL" clId="{985B1D67-A52B-4446-AB0D-41FF0533A643}" dt="2026-05-12T06:28:27.569" v="1628" actId="1076"/>
          <ac:picMkLst>
            <pc:docMk/>
            <pc:sldMk cId="4148390735" sldId="283"/>
            <ac:picMk id="5" creationId="{3F3BC923-1CFA-EF45-D789-001CFDB874AA}"/>
          </ac:picMkLst>
        </pc:picChg>
        <pc:picChg chg="del">
          <ac:chgData name="Frantz LEONCE" userId="bc90266e-f641-42e1-85dc-65023080b16e" providerId="ADAL" clId="{985B1D67-A52B-4446-AB0D-41FF0533A643}" dt="2026-05-12T06:27:17.166" v="1560" actId="478"/>
          <ac:picMkLst>
            <pc:docMk/>
            <pc:sldMk cId="4148390735" sldId="283"/>
            <ac:picMk id="14" creationId="{9712A14E-F37E-8BFB-D104-BA846FEC3BF6}"/>
          </ac:picMkLst>
        </pc:picChg>
        <pc:picChg chg="del">
          <ac:chgData name="Frantz LEONCE" userId="bc90266e-f641-42e1-85dc-65023080b16e" providerId="ADAL" clId="{985B1D67-A52B-4446-AB0D-41FF0533A643}" dt="2026-05-12T06:27:22.242" v="1563" actId="478"/>
          <ac:picMkLst>
            <pc:docMk/>
            <pc:sldMk cId="4148390735" sldId="283"/>
            <ac:picMk id="16" creationId="{207115AF-1C24-5916-DBC3-55E31296AE2D}"/>
          </ac:picMkLst>
        </pc:picChg>
        <pc:picChg chg="del">
          <ac:chgData name="Frantz LEONCE" userId="bc90266e-f641-42e1-85dc-65023080b16e" providerId="ADAL" clId="{985B1D67-A52B-4446-AB0D-41FF0533A643}" dt="2026-05-12T06:27:16.565" v="1559" actId="478"/>
          <ac:picMkLst>
            <pc:docMk/>
            <pc:sldMk cId="4148390735" sldId="283"/>
            <ac:picMk id="21" creationId="{61B34871-A264-83CB-8F2E-FE5EFE5771D3}"/>
          </ac:picMkLst>
        </pc:picChg>
      </pc:sldChg>
      <pc:sldChg chg="new">
        <pc:chgData name="Frantz LEONCE" userId="bc90266e-f641-42e1-85dc-65023080b16e" providerId="ADAL" clId="{985B1D67-A52B-4446-AB0D-41FF0533A643}" dt="2026-05-12T06:28:34.628" v="1629" actId="680"/>
        <pc:sldMkLst>
          <pc:docMk/>
          <pc:sldMk cId="611553574" sldId="284"/>
        </pc:sldMkLst>
      </pc:sldChg>
      <pc:sldChg chg="addSp delSp modSp add mod">
        <pc:chgData name="Frantz LEONCE" userId="bc90266e-f641-42e1-85dc-65023080b16e" providerId="ADAL" clId="{985B1D67-A52B-4446-AB0D-41FF0533A643}" dt="2026-05-12T06:32:57.813" v="1729" actId="14100"/>
        <pc:sldMkLst>
          <pc:docMk/>
          <pc:sldMk cId="670716774" sldId="285"/>
        </pc:sldMkLst>
        <pc:spChg chg="mod">
          <ac:chgData name="Frantz LEONCE" userId="bc90266e-f641-42e1-85dc-65023080b16e" providerId="ADAL" clId="{985B1D67-A52B-4446-AB0D-41FF0533A643}" dt="2026-05-12T06:32:26.402" v="1724" actId="313"/>
          <ac:spMkLst>
            <pc:docMk/>
            <pc:sldMk cId="670716774" sldId="285"/>
            <ac:spMk id="2" creationId="{BD806FCD-13F3-6295-FE99-23E0C93353C5}"/>
          </ac:spMkLst>
        </pc:spChg>
        <pc:spChg chg="add del mod">
          <ac:chgData name="Frantz LEONCE" userId="bc90266e-f641-42e1-85dc-65023080b16e" providerId="ADAL" clId="{985B1D67-A52B-4446-AB0D-41FF0533A643}" dt="2026-05-12T06:29:09.911" v="1653" actId="478"/>
          <ac:spMkLst>
            <pc:docMk/>
            <pc:sldMk cId="670716774" sldId="285"/>
            <ac:spMk id="7" creationId="{A89FFFED-93FE-514F-15AD-CCE634F9A675}"/>
          </ac:spMkLst>
        </pc:spChg>
        <pc:spChg chg="add mod">
          <ac:chgData name="Frantz LEONCE" userId="bc90266e-f641-42e1-85dc-65023080b16e" providerId="ADAL" clId="{985B1D67-A52B-4446-AB0D-41FF0533A643}" dt="2026-05-12T06:32:57.813" v="1729" actId="14100"/>
          <ac:spMkLst>
            <pc:docMk/>
            <pc:sldMk cId="670716774" sldId="285"/>
            <ac:spMk id="10" creationId="{83A659A1-5059-0903-8CC9-589021C301BC}"/>
          </ac:spMkLst>
        </pc:spChg>
        <pc:spChg chg="del">
          <ac:chgData name="Frantz LEONCE" userId="bc90266e-f641-42e1-85dc-65023080b16e" providerId="ADAL" clId="{985B1D67-A52B-4446-AB0D-41FF0533A643}" dt="2026-05-12T06:29:08.541" v="1652" actId="478"/>
          <ac:spMkLst>
            <pc:docMk/>
            <pc:sldMk cId="670716774" sldId="285"/>
            <ac:spMk id="11" creationId="{27E3B30D-7A5B-75CE-6052-A996D9B7A46F}"/>
          </ac:spMkLst>
        </pc:spChg>
        <pc:picChg chg="add mod ord">
          <ac:chgData name="Frantz LEONCE" userId="bc90266e-f641-42e1-85dc-65023080b16e" providerId="ADAL" clId="{985B1D67-A52B-4446-AB0D-41FF0533A643}" dt="2026-05-12T06:32:00.729" v="1663" actId="1076"/>
          <ac:picMkLst>
            <pc:docMk/>
            <pc:sldMk cId="670716774" sldId="285"/>
            <ac:picMk id="4" creationId="{4728E52F-40F6-9506-C925-28DA6B5351A4}"/>
          </ac:picMkLst>
        </pc:picChg>
        <pc:picChg chg="del">
          <ac:chgData name="Frantz LEONCE" userId="bc90266e-f641-42e1-85dc-65023080b16e" providerId="ADAL" clId="{985B1D67-A52B-4446-AB0D-41FF0533A643}" dt="2026-05-12T06:31:38.286" v="1655" actId="478"/>
          <ac:picMkLst>
            <pc:docMk/>
            <pc:sldMk cId="670716774" sldId="285"/>
            <ac:picMk id="5" creationId="{3F3BC923-1CFA-EF45-D789-001CFDB874AA}"/>
          </ac:picMkLst>
        </pc:picChg>
        <pc:picChg chg="add mod">
          <ac:chgData name="Frantz LEONCE" userId="bc90266e-f641-42e1-85dc-65023080b16e" providerId="ADAL" clId="{985B1D67-A52B-4446-AB0D-41FF0533A643}" dt="2026-05-12T06:32:42.219" v="1727" actId="1076"/>
          <ac:picMkLst>
            <pc:docMk/>
            <pc:sldMk cId="670716774" sldId="285"/>
            <ac:picMk id="9" creationId="{6A1282A0-A6D9-33E1-6272-EACC45F25D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28545-98AC-F885-F403-44640F576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E48C3F-0C4D-14B7-AD58-5924C46C7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8F1AAC-9A47-0A84-2215-0BF69283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02318B-B4F7-7F6F-CFEA-E67AC211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E985FE-52F8-3540-F201-2365064C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3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72393-92C1-26DB-3851-A93BCB07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A21226-9F7D-E7AD-E29B-EDC83C5F1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E054D7-6A9F-B77A-E93A-5580563D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18C4DF-2498-F79D-949A-0FA37313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CBC9CB-B61F-A27E-F92F-BBC28A1F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A39F6D-7087-F401-83B3-3647924E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1A8807-9249-88E4-23BB-620E3B71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5D9316-9D8B-4F37-BFA4-5A17B43C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40940E-FE1E-134C-F4DF-9EB2AA15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CCB559-E110-B3C4-2E15-D57002C8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5919AC-A963-2E9C-562E-0C3A0E1B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D95775-747B-C3ED-817D-141B78304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3FE935E-CD85-80BA-D993-B3ED06C8F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D4F275-3150-4204-681E-5BF5BD60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215BC2-42A7-5E81-8C54-94061064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BF2AFB-D87F-EB24-3553-7BCA4106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8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FD09F9-F875-AAEE-7BC2-05FBF10F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97E5CD-8CEF-791E-3549-3175ABDF6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832F1C-B7FA-9E3F-327D-03025BC2A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4CB508-2919-2C19-4CFD-1AF84C357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2A1AEF-D6FD-1242-3BF0-31CB0AE83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43DBC61-6DE6-7B65-C15E-93CDECE4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FE949F0-1F7B-E163-0063-B47CF219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5E8CD13-A513-289A-DE61-458829B9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8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E78291-74EA-5ECB-2F7A-5304FB2C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750E28-CC38-85DE-CA7F-26A81353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E1E27-43C6-D027-CD93-22D2A888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14CAB2-832C-D016-80A9-95BB1039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8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B805DB-EBF8-7391-C305-4BF53761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31E923-7533-3B35-9A43-E89C52E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A73B8C-1756-6889-B4C4-83F589CC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07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E7B83D-F007-E0EE-CD4C-56CE8BB3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6F827B-8394-931A-040A-D8471FD3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E9D111-A145-A271-4F13-B20CEAF47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BD99B9-76DE-9400-F489-23676246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F738AF-9046-138A-C54A-00BE2971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C02AA4-682A-44BD-8612-4EAAEC3D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6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91E67E-F577-C273-B8A6-366D88E3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9C9C867-DC51-120A-892A-FABC2A588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8FE24A-A424-BF9E-50C0-3E7B94032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1F504E-3B14-80A1-9734-F1A66FCF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59F50B-53B5-2AB6-4B57-0B1489F6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24FA68-5E1F-3CC0-1878-FA48B4C3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4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6FF4C-4FDB-7B6A-4972-EF42312B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4A0FC8-336B-220E-4F45-5A65B44E3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194456-CA91-050D-1625-2A50D90E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E84C16-7CAD-FE20-0338-6A90EC1B1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DFCA4A-9413-572B-0950-193E830B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AB797A8-65F2-F46A-3A70-4A36E0292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42E2E1-EB46-2937-CA10-CFF8E47ED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F7FB76-8D16-80D9-0488-7D65DA6A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9FC070-980B-6450-8E6F-46CAE06B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A83BB3-C7F6-B2EE-4230-9BA0F514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5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12CCBC8-110B-CB17-7E3F-C2C17430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A0E9D8-3783-965C-8B95-D2109C7E8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8B5B99-6177-5BC4-F331-9821566FB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3B116-F55A-4DB0-8F01-D99789862A8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CB3D95-294F-C347-2075-14482A156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F19F1-36A0-73F7-71F6-F9AE923A1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8AE75-E5C5-4FA2-A4E6-A4CC17DC7C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FD8B4E-193A-2FAB-5BBC-28E7CB617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DC97DB-C67A-C072-D7A1-1B528926B2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8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49AE4F0-112B-FEC2-B4FF-18FFCFB4BCB4}"/>
              </a:ext>
            </a:extLst>
          </p:cNvPr>
          <p:cNvSpPr/>
          <p:nvPr/>
        </p:nvSpPr>
        <p:spPr>
          <a:xfrm>
            <a:off x="4876799" y="2633134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Fact_QSE_Monthly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8955F76-1D20-9BF8-52BC-73F1D105B822}"/>
              </a:ext>
            </a:extLst>
          </p:cNvPr>
          <p:cNvSpPr/>
          <p:nvPr/>
        </p:nvSpPr>
        <p:spPr>
          <a:xfrm>
            <a:off x="1312332" y="948267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Calendrier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4CEC5C6-D33C-1DA1-6842-AC7DB83333DB}"/>
              </a:ext>
            </a:extLst>
          </p:cNvPr>
          <p:cNvSpPr/>
          <p:nvPr/>
        </p:nvSpPr>
        <p:spPr>
          <a:xfrm>
            <a:off x="1185332" y="3666067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Site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647193D-C35D-1D17-12D7-126945961B01}"/>
              </a:ext>
            </a:extLst>
          </p:cNvPr>
          <p:cNvSpPr/>
          <p:nvPr/>
        </p:nvSpPr>
        <p:spPr>
          <a:xfrm>
            <a:off x="2290232" y="5156200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Pays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D0C75B3A-B8A9-6498-B670-6DA7788D0192}"/>
              </a:ext>
            </a:extLst>
          </p:cNvPr>
          <p:cNvCxnSpPr/>
          <p:nvPr/>
        </p:nvCxnSpPr>
        <p:spPr>
          <a:xfrm flipH="1" flipV="1">
            <a:off x="3522133" y="1854200"/>
            <a:ext cx="1354666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034A6BB-3AB6-6863-2CE9-028617C67D54}"/>
              </a:ext>
            </a:extLst>
          </p:cNvPr>
          <p:cNvCxnSpPr>
            <a:cxnSpLocks/>
          </p:cNvCxnSpPr>
          <p:nvPr/>
        </p:nvCxnSpPr>
        <p:spPr>
          <a:xfrm flipH="1">
            <a:off x="3395132" y="3340100"/>
            <a:ext cx="1481667" cy="457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298930E-3291-50F0-9A48-58CC681982B3}"/>
              </a:ext>
            </a:extLst>
          </p:cNvPr>
          <p:cNvCxnSpPr>
            <a:cxnSpLocks/>
          </p:cNvCxnSpPr>
          <p:nvPr/>
        </p:nvCxnSpPr>
        <p:spPr>
          <a:xfrm flipH="1">
            <a:off x="4428067" y="3699934"/>
            <a:ext cx="855133" cy="1456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5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4E79E-D2DC-A190-3DAE-789D03B6B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157CE58-EA70-0DD1-117E-B07466620FAB}"/>
              </a:ext>
            </a:extLst>
          </p:cNvPr>
          <p:cNvSpPr/>
          <p:nvPr/>
        </p:nvSpPr>
        <p:spPr>
          <a:xfrm>
            <a:off x="4876799" y="2633134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Fact_QSE_Monthly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FE4FCB5-704F-3BDC-1C3F-3D3FE3B4238F}"/>
              </a:ext>
            </a:extLst>
          </p:cNvPr>
          <p:cNvSpPr/>
          <p:nvPr/>
        </p:nvSpPr>
        <p:spPr>
          <a:xfrm>
            <a:off x="1312332" y="948267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Calendrier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119A584-4AC8-2875-41F4-18A8D8503CF1}"/>
              </a:ext>
            </a:extLst>
          </p:cNvPr>
          <p:cNvSpPr/>
          <p:nvPr/>
        </p:nvSpPr>
        <p:spPr>
          <a:xfrm>
            <a:off x="1185332" y="3666067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Site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2B6637D-26A9-FBDE-B002-A0E4AA61D579}"/>
              </a:ext>
            </a:extLst>
          </p:cNvPr>
          <p:cNvSpPr/>
          <p:nvPr/>
        </p:nvSpPr>
        <p:spPr>
          <a:xfrm>
            <a:off x="1185331" y="5342468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Pays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DD4F9A6-9B81-D2BD-A2E6-FCF8142FBEE9}"/>
              </a:ext>
            </a:extLst>
          </p:cNvPr>
          <p:cNvCxnSpPr/>
          <p:nvPr/>
        </p:nvCxnSpPr>
        <p:spPr>
          <a:xfrm flipH="1" flipV="1">
            <a:off x="3522133" y="1854200"/>
            <a:ext cx="1354666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681AFDC-BC2D-3692-A2A7-2ADEF45367FB}"/>
              </a:ext>
            </a:extLst>
          </p:cNvPr>
          <p:cNvCxnSpPr>
            <a:cxnSpLocks/>
          </p:cNvCxnSpPr>
          <p:nvPr/>
        </p:nvCxnSpPr>
        <p:spPr>
          <a:xfrm flipH="1">
            <a:off x="3395132" y="3340100"/>
            <a:ext cx="1481667" cy="457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E326DCB-1491-B109-C07D-097E3A12580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290232" y="4699000"/>
            <a:ext cx="1" cy="643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12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FA98-EFEE-FE08-3855-CD1DDD35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3F8C0C2-DB0E-6891-5815-67DF11BE42BC}"/>
              </a:ext>
            </a:extLst>
          </p:cNvPr>
          <p:cNvSpPr/>
          <p:nvPr/>
        </p:nvSpPr>
        <p:spPr>
          <a:xfrm>
            <a:off x="4876799" y="2633134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Fact_QSE_Monthly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EF99A85-4549-BE8A-5C54-BF843C258CC9}"/>
              </a:ext>
            </a:extLst>
          </p:cNvPr>
          <p:cNvSpPr/>
          <p:nvPr/>
        </p:nvSpPr>
        <p:spPr>
          <a:xfrm>
            <a:off x="1312332" y="948267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Calendrier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3AE650A-8425-46CB-B05F-1438D7809A55}"/>
              </a:ext>
            </a:extLst>
          </p:cNvPr>
          <p:cNvSpPr/>
          <p:nvPr/>
        </p:nvSpPr>
        <p:spPr>
          <a:xfrm>
            <a:off x="1312331" y="4123268"/>
            <a:ext cx="2209801" cy="10329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Site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- Pays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8E81743-4585-2EB0-F4C4-A82783730A94}"/>
              </a:ext>
            </a:extLst>
          </p:cNvPr>
          <p:cNvCxnSpPr/>
          <p:nvPr/>
        </p:nvCxnSpPr>
        <p:spPr>
          <a:xfrm flipH="1" flipV="1">
            <a:off x="3522133" y="1854200"/>
            <a:ext cx="1354666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8933A6F-224B-96EB-1379-4FCBCD9E6C5C}"/>
              </a:ext>
            </a:extLst>
          </p:cNvPr>
          <p:cNvCxnSpPr>
            <a:cxnSpLocks/>
          </p:cNvCxnSpPr>
          <p:nvPr/>
        </p:nvCxnSpPr>
        <p:spPr>
          <a:xfrm flipH="1">
            <a:off x="3522132" y="3340100"/>
            <a:ext cx="1354667" cy="893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2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787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fr-FR" dirty="0"/>
              <a:t>Import du fichier Excel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/>
          <a:lstStyle/>
          <a:p>
            <a:r>
              <a:rPr lang="fr-FR" dirty="0"/>
              <a:t>Onglet « SITE »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6174A2-C011-093F-C032-94DC8CB20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333" y="1359721"/>
            <a:ext cx="6678913" cy="531525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42F4C90-0ABE-F139-96F3-C8DA451F0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183" y="632756"/>
            <a:ext cx="4847766" cy="11357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2020C3-EFCD-5390-642A-753C925CDD26}"/>
              </a:ext>
            </a:extLst>
          </p:cNvPr>
          <p:cNvSpPr/>
          <p:nvPr/>
        </p:nvSpPr>
        <p:spPr>
          <a:xfrm>
            <a:off x="6925733" y="643467"/>
            <a:ext cx="4893734" cy="112500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0FDEBE-93F9-E090-45D4-80EFAD8280A4}"/>
              </a:ext>
            </a:extLst>
          </p:cNvPr>
          <p:cNvSpPr/>
          <p:nvPr/>
        </p:nvSpPr>
        <p:spPr>
          <a:xfrm>
            <a:off x="3742266" y="3621881"/>
            <a:ext cx="770467" cy="2727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4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fr-FR" dirty="0" err="1"/>
              <a:t>fact_qse_monthly</a:t>
            </a:r>
            <a:endParaRPr lang="en-US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529C3C8-76B6-90AB-5E58-032570450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426" y="1339427"/>
            <a:ext cx="5554560" cy="417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6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Type modifié</a:t>
            </a:r>
            <a:endParaRPr lang="en-US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« 01/05/2026 »</a:t>
            </a:r>
            <a:endParaRPr lang="en-US" sz="24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0B24F9A-8317-7858-6D62-DE275493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907071"/>
            <a:ext cx="11480800" cy="21439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B0DE6A1-A67B-5090-0B62-9655F1ED2209}"/>
              </a:ext>
            </a:extLst>
          </p:cNvPr>
          <p:cNvSpPr/>
          <p:nvPr/>
        </p:nvSpPr>
        <p:spPr>
          <a:xfrm>
            <a:off x="5384800" y="2155936"/>
            <a:ext cx="2556933" cy="195765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FCC334-E1BB-E56D-FBBA-D093DE3AE16C}"/>
              </a:ext>
            </a:extLst>
          </p:cNvPr>
          <p:cNvSpPr/>
          <p:nvPr/>
        </p:nvSpPr>
        <p:spPr>
          <a:xfrm>
            <a:off x="10193867" y="3459802"/>
            <a:ext cx="728134" cy="17965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E8049832-1496-664E-CA6C-1F765F1E5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5" y="4299904"/>
            <a:ext cx="8971416" cy="102138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2C1CB24-E009-100E-4BC7-B37066DED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295" y="5485487"/>
            <a:ext cx="5573010" cy="3903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38046AB-C58D-3F0A-F31B-AC70B0E60E17}"/>
              </a:ext>
            </a:extLst>
          </p:cNvPr>
          <p:cNvSpPr/>
          <p:nvPr/>
        </p:nvSpPr>
        <p:spPr>
          <a:xfrm>
            <a:off x="3233295" y="5401733"/>
            <a:ext cx="5445038" cy="47413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11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Supprimer les colonnes</a:t>
            </a:r>
            <a:endParaRPr lang="en-US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Supprimer les colonnes « 2026-05 » à « 2026-12 »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DC151D-309E-C28E-4A2E-D6490F7E4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067" y="1560435"/>
            <a:ext cx="5926666" cy="471926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019FF9E-0F10-E857-4F5C-CB3F2BCE297A}"/>
              </a:ext>
            </a:extLst>
          </p:cNvPr>
          <p:cNvSpPr txBox="1"/>
          <p:nvPr/>
        </p:nvSpPr>
        <p:spPr>
          <a:xfrm>
            <a:off x="7730066" y="5144869"/>
            <a:ext cx="3801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Il est préférable de filtrer les lignes</a:t>
            </a:r>
            <a:br>
              <a:rPr lang="fr-FR" sz="1800" dirty="0"/>
            </a:br>
            <a:r>
              <a:rPr lang="fr-FR" sz="1800" dirty="0"/>
              <a:t>(dynamique)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9DE71C-9424-BD36-67D8-A326D3A17E2E}"/>
              </a:ext>
            </a:extLst>
          </p:cNvPr>
          <p:cNvSpPr/>
          <p:nvPr/>
        </p:nvSpPr>
        <p:spPr>
          <a:xfrm>
            <a:off x="3429001" y="1893468"/>
            <a:ext cx="1490132" cy="2147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6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Dépivoter les autres colonnes</a:t>
            </a:r>
            <a:endParaRPr lang="en-US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On transforme les </a:t>
            </a:r>
            <a:r>
              <a:rPr lang="fr-FR" sz="2400" b="1" dirty="0"/>
              <a:t>colonnes</a:t>
            </a:r>
            <a:r>
              <a:rPr lang="fr-FR" sz="2400" dirty="0"/>
              <a:t> « 2024-01 », … en </a:t>
            </a:r>
            <a:r>
              <a:rPr lang="fr-FR" sz="2400" b="1" dirty="0"/>
              <a:t>lignes</a:t>
            </a:r>
            <a:endParaRPr lang="en-US" sz="2400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305835B-970A-9ABF-0E94-495C746D9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976" y="2033845"/>
            <a:ext cx="10099513" cy="44590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1A0059-6F89-7995-89A3-3B4A8317AEB6}"/>
              </a:ext>
            </a:extLst>
          </p:cNvPr>
          <p:cNvSpPr/>
          <p:nvPr/>
        </p:nvSpPr>
        <p:spPr>
          <a:xfrm>
            <a:off x="3953934" y="5093868"/>
            <a:ext cx="1583266" cy="23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4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442F102-6476-964D-EC18-A6618739A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478" y="765015"/>
            <a:ext cx="6517044" cy="53279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6DD8DA-7701-75F7-5710-3FD9DF9AD145}"/>
              </a:ext>
            </a:extLst>
          </p:cNvPr>
          <p:cNvSpPr/>
          <p:nvPr/>
        </p:nvSpPr>
        <p:spPr>
          <a:xfrm>
            <a:off x="6189134" y="765015"/>
            <a:ext cx="3165388" cy="539871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6EB2CC-12F1-8CFA-FDA8-C5918157B2A8}"/>
              </a:ext>
            </a:extLst>
          </p:cNvPr>
          <p:cNvSpPr/>
          <p:nvPr/>
        </p:nvSpPr>
        <p:spPr>
          <a:xfrm>
            <a:off x="3141132" y="765015"/>
            <a:ext cx="2954867" cy="539871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9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Renommer une colonne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« Attribut »  -&gt; « </a:t>
            </a:r>
            <a:r>
              <a:rPr lang="fr-FR" sz="2400" dirty="0" err="1"/>
              <a:t>MoisID</a:t>
            </a:r>
            <a:r>
              <a:rPr lang="fr-FR" sz="2400" dirty="0"/>
              <a:t> »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D48CD8-FF90-891C-B7C4-CE11BDBF7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11" y="2552438"/>
            <a:ext cx="6562778" cy="17531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7F77DC-DC89-7D51-B836-C7BC9D937825}"/>
              </a:ext>
            </a:extLst>
          </p:cNvPr>
          <p:cNvSpPr/>
          <p:nvPr/>
        </p:nvSpPr>
        <p:spPr>
          <a:xfrm>
            <a:off x="6096000" y="2552438"/>
            <a:ext cx="1651000" cy="36009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8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Modifier le type de la colonne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Valeur : « ABC 123 » -&gt; « 123 »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EB61B-DC76-8145-76AC-C8D7F930A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613" y="1839756"/>
            <a:ext cx="2728774" cy="31784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4E13A4-ECFA-A6D3-B3B3-904E8D9558BE}"/>
              </a:ext>
            </a:extLst>
          </p:cNvPr>
          <p:cNvSpPr/>
          <p:nvPr/>
        </p:nvSpPr>
        <p:spPr>
          <a:xfrm>
            <a:off x="4731613" y="2467770"/>
            <a:ext cx="1465987" cy="29236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1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une relation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 err="1"/>
              <a:t>SITE.SiteCode</a:t>
            </a:r>
            <a:r>
              <a:rPr lang="fr-FR" sz="2400" dirty="0"/>
              <a:t> (PK) -&gt;</a:t>
            </a:r>
            <a:r>
              <a:rPr lang="fr-FR" sz="2400" dirty="0" err="1"/>
              <a:t>fact_qse_monthly.Site</a:t>
            </a:r>
            <a:r>
              <a:rPr lang="fr-FR" sz="2400" dirty="0"/>
              <a:t> (FK)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F58FCD5-D6BD-14D0-0010-DADFA8B96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40" y="1713709"/>
            <a:ext cx="10991319" cy="47791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1B4707-CD5D-EB02-4CC6-585218EA34D1}"/>
              </a:ext>
            </a:extLst>
          </p:cNvPr>
          <p:cNvSpPr/>
          <p:nvPr/>
        </p:nvSpPr>
        <p:spPr>
          <a:xfrm>
            <a:off x="8897213" y="4635236"/>
            <a:ext cx="2694446" cy="50905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557C2-BFCA-CB49-FCC0-11337B8933AC}"/>
              </a:ext>
            </a:extLst>
          </p:cNvPr>
          <p:cNvSpPr/>
          <p:nvPr/>
        </p:nvSpPr>
        <p:spPr>
          <a:xfrm>
            <a:off x="8897213" y="3028291"/>
            <a:ext cx="2694446" cy="50905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17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Ajouter un segment « Site » (filtre)</a:t>
            </a:r>
            <a:endParaRPr lang="en-US" sz="4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5CFF99-8F58-815D-E139-3859627D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65" y="1438100"/>
            <a:ext cx="6936269" cy="43675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ADE13F-F897-EA23-4658-146652A7A69D}"/>
              </a:ext>
            </a:extLst>
          </p:cNvPr>
          <p:cNvSpPr/>
          <p:nvPr/>
        </p:nvSpPr>
        <p:spPr>
          <a:xfrm>
            <a:off x="9908764" y="3305709"/>
            <a:ext cx="674569" cy="31617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FACFE-CEE7-62A9-8F21-9DB10F050828}"/>
              </a:ext>
            </a:extLst>
          </p:cNvPr>
          <p:cNvSpPr/>
          <p:nvPr/>
        </p:nvSpPr>
        <p:spPr>
          <a:xfrm>
            <a:off x="10188164" y="4460081"/>
            <a:ext cx="1035435" cy="31617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DEA1FA-7B45-1E43-E61D-5D855C2A143D}"/>
              </a:ext>
            </a:extLst>
          </p:cNvPr>
          <p:cNvSpPr/>
          <p:nvPr/>
        </p:nvSpPr>
        <p:spPr>
          <a:xfrm>
            <a:off x="7100594" y="4059241"/>
            <a:ext cx="2636073" cy="117130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2C553E-6B4A-D7B3-4070-C793F3B7E2E1}"/>
              </a:ext>
            </a:extLst>
          </p:cNvPr>
          <p:cNvSpPr/>
          <p:nvPr/>
        </p:nvSpPr>
        <p:spPr>
          <a:xfrm>
            <a:off x="7682032" y="1961357"/>
            <a:ext cx="378236" cy="42439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8F9E1-B51D-F3AA-D69A-995F22360803}"/>
              </a:ext>
            </a:extLst>
          </p:cNvPr>
          <p:cNvSpPr/>
          <p:nvPr/>
        </p:nvSpPr>
        <p:spPr>
          <a:xfrm>
            <a:off x="7018694" y="1466765"/>
            <a:ext cx="1041574" cy="31617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69D0EDE-526A-52D6-989E-DBDD454FA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4" y="1457720"/>
            <a:ext cx="2926953" cy="481727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D5C68C1-729F-C24B-1232-75B6EC58A5D3}"/>
              </a:ext>
            </a:extLst>
          </p:cNvPr>
          <p:cNvSpPr/>
          <p:nvPr/>
        </p:nvSpPr>
        <p:spPr>
          <a:xfrm>
            <a:off x="2256424" y="3000255"/>
            <a:ext cx="342844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085A71-A63B-59A5-D55E-2B535C7985D9}"/>
              </a:ext>
            </a:extLst>
          </p:cNvPr>
          <p:cNvSpPr/>
          <p:nvPr/>
        </p:nvSpPr>
        <p:spPr>
          <a:xfrm>
            <a:off x="926065" y="1477485"/>
            <a:ext cx="1046667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0A0820-C419-A071-7DEF-6E54797DC453}"/>
              </a:ext>
            </a:extLst>
          </p:cNvPr>
          <p:cNvSpPr/>
          <p:nvPr/>
        </p:nvSpPr>
        <p:spPr>
          <a:xfrm>
            <a:off x="926065" y="2020826"/>
            <a:ext cx="342844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89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une colonne calculée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Colonne « Site » : </a:t>
            </a:r>
            <a:r>
              <a:rPr lang="fr-FR" sz="2400" dirty="0" err="1"/>
              <a:t>SiteName</a:t>
            </a:r>
            <a:r>
              <a:rPr lang="fr-FR" sz="2400" dirty="0"/>
              <a:t> + </a:t>
            </a:r>
            <a:r>
              <a:rPr lang="fr-FR" sz="2400" dirty="0" err="1"/>
              <a:t>SiteCode</a:t>
            </a:r>
            <a:endParaRPr lang="fr-FR" sz="2400" dirty="0"/>
          </a:p>
          <a:p>
            <a:pPr lvl="1"/>
            <a:endParaRPr lang="fr-FR" sz="2000" dirty="0"/>
          </a:p>
          <a:p>
            <a:pPr lvl="1"/>
            <a:r>
              <a:rPr lang="fr-FR" sz="2000" dirty="0"/>
              <a:t>Ex.: </a:t>
            </a:r>
            <a:endParaRPr lang="en-US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B6BC57-E205-CDC0-A65C-B4068F163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022" y="3059865"/>
            <a:ext cx="3727292" cy="16997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80ABAF0-03BD-553F-D89F-E5FC15894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513" y="2257088"/>
            <a:ext cx="3117510" cy="3681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5A0347-C52D-B55A-408D-114E5E670B84}"/>
              </a:ext>
            </a:extLst>
          </p:cNvPr>
          <p:cNvSpPr/>
          <p:nvPr/>
        </p:nvSpPr>
        <p:spPr>
          <a:xfrm>
            <a:off x="1929513" y="2318809"/>
            <a:ext cx="1046667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0FA06C-3B1E-60B4-0594-4FEA2B0B78F7}"/>
              </a:ext>
            </a:extLst>
          </p:cNvPr>
          <p:cNvSpPr/>
          <p:nvPr/>
        </p:nvSpPr>
        <p:spPr>
          <a:xfrm>
            <a:off x="1929513" y="4097867"/>
            <a:ext cx="805222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609C0-4DF4-5C45-E306-220B4389F0F0}"/>
              </a:ext>
            </a:extLst>
          </p:cNvPr>
          <p:cNvSpPr/>
          <p:nvPr/>
        </p:nvSpPr>
        <p:spPr>
          <a:xfrm>
            <a:off x="7784066" y="3407884"/>
            <a:ext cx="504802" cy="80004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88F446-3EC0-6BA5-2D06-1A38CE140D2F}"/>
              </a:ext>
            </a:extLst>
          </p:cNvPr>
          <p:cNvSpPr/>
          <p:nvPr/>
        </p:nvSpPr>
        <p:spPr>
          <a:xfrm>
            <a:off x="8902647" y="3102430"/>
            <a:ext cx="1046667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20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Colonne « Site »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en-US" dirty="0"/>
              <a:t>Site = SITE[</a:t>
            </a:r>
            <a:r>
              <a:rPr lang="en-US" dirty="0" err="1"/>
              <a:t>SiteName</a:t>
            </a:r>
            <a:r>
              <a:rPr lang="en-US" dirty="0"/>
              <a:t>] &amp; " (" &amp; SITE[</a:t>
            </a:r>
            <a:r>
              <a:rPr lang="en-US" dirty="0" err="1"/>
              <a:t>SiteCode</a:t>
            </a:r>
            <a:r>
              <a:rPr lang="en-US" dirty="0"/>
              <a:t>] &amp; ")"</a:t>
            </a:r>
          </a:p>
          <a:p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23DF6F-99AC-FD77-2742-A091D32E6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583"/>
          <a:stretch>
            <a:fillRect/>
          </a:stretch>
        </p:blipFill>
        <p:spPr>
          <a:xfrm>
            <a:off x="948267" y="1583268"/>
            <a:ext cx="4953800" cy="433493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F1F290C-8B2A-35A3-091C-B9F8784A9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70"/>
          <a:stretch>
            <a:fillRect/>
          </a:stretch>
        </p:blipFill>
        <p:spPr>
          <a:xfrm>
            <a:off x="6289935" y="1583268"/>
            <a:ext cx="5258148" cy="32984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82C050-414F-1D3C-D148-9F30C62791F4}"/>
              </a:ext>
            </a:extLst>
          </p:cNvPr>
          <p:cNvSpPr/>
          <p:nvPr/>
        </p:nvSpPr>
        <p:spPr>
          <a:xfrm>
            <a:off x="9007648" y="4164542"/>
            <a:ext cx="737486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2A555-EE27-10B3-5159-148FC9FC9073}"/>
              </a:ext>
            </a:extLst>
          </p:cNvPr>
          <p:cNvSpPr/>
          <p:nvPr/>
        </p:nvSpPr>
        <p:spPr>
          <a:xfrm>
            <a:off x="6352316" y="4164542"/>
            <a:ext cx="395618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394599-83FC-BB50-C8BD-F0BCED5758B0}"/>
              </a:ext>
            </a:extLst>
          </p:cNvPr>
          <p:cNvSpPr/>
          <p:nvPr/>
        </p:nvSpPr>
        <p:spPr>
          <a:xfrm>
            <a:off x="948267" y="1963208"/>
            <a:ext cx="2235200" cy="291850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41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Enlever « Plant » du nom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Dans Power Query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9885E5-4BAB-87A7-07ED-30F6BC5E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66"/>
          <a:stretch>
            <a:fillRect/>
          </a:stretch>
        </p:blipFill>
        <p:spPr>
          <a:xfrm>
            <a:off x="3776133" y="1505288"/>
            <a:ext cx="5107836" cy="3353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8BF3CD-F0FD-AF04-CBDD-2DBAE3C9A9DC}"/>
              </a:ext>
            </a:extLst>
          </p:cNvPr>
          <p:cNvSpPr/>
          <p:nvPr/>
        </p:nvSpPr>
        <p:spPr>
          <a:xfrm>
            <a:off x="6665583" y="3663730"/>
            <a:ext cx="1707950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447DB76-5E49-D082-C5B4-3B7F01874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420" y="2569567"/>
            <a:ext cx="2288598" cy="392330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90C9826-BC5C-2976-85B9-6B3B8BF2B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478"/>
          <a:stretch>
            <a:fillRect/>
          </a:stretch>
        </p:blipFill>
        <p:spPr>
          <a:xfrm>
            <a:off x="768030" y="1469400"/>
            <a:ext cx="2186837" cy="3353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C62333-D29A-705E-4C83-C0E117ADC76D}"/>
              </a:ext>
            </a:extLst>
          </p:cNvPr>
          <p:cNvSpPr/>
          <p:nvPr/>
        </p:nvSpPr>
        <p:spPr>
          <a:xfrm>
            <a:off x="9320419" y="2569567"/>
            <a:ext cx="2452999" cy="360739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ED40316-427D-2007-2290-C01DCA90A09F}"/>
              </a:ext>
            </a:extLst>
          </p:cNvPr>
          <p:cNvCxnSpPr/>
          <p:nvPr/>
        </p:nvCxnSpPr>
        <p:spPr>
          <a:xfrm>
            <a:off x="8229600" y="4411133"/>
            <a:ext cx="1090820" cy="41206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C6FD547-6F74-22A6-1F93-9FCC54C88D94}"/>
              </a:ext>
            </a:extLst>
          </p:cNvPr>
          <p:cNvSpPr/>
          <p:nvPr/>
        </p:nvSpPr>
        <p:spPr>
          <a:xfrm>
            <a:off x="768029" y="1469400"/>
            <a:ext cx="1619571" cy="338968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0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Ajouter un segment « Mois » (filtre)</a:t>
            </a:r>
            <a:endParaRPr lang="en-US" sz="4000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27E3B30D-7A5B-75CE-6052-A996D9B7A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4852273" cy="5110163"/>
          </a:xfrm>
        </p:spPr>
        <p:txBody>
          <a:bodyPr>
            <a:normAutofit/>
          </a:bodyPr>
          <a:lstStyle/>
          <a:p>
            <a:r>
              <a:rPr lang="fr-FR" sz="2400" dirty="0" err="1"/>
              <a:t>Fact_qse_monthly.MoisID</a:t>
            </a:r>
            <a:endParaRPr lang="fr-FR" sz="2400" dirty="0"/>
          </a:p>
          <a:p>
            <a:r>
              <a:rPr lang="fr-FR" sz="2400" dirty="0"/>
              <a:t>Ajouter une table de détails</a:t>
            </a:r>
          </a:p>
          <a:p>
            <a:pPr lvl="1"/>
            <a:r>
              <a:rPr lang="fr-FR" sz="2000" dirty="0"/>
              <a:t>Police de caractère 15 pour « Valeurs » et « En-tête de colonne » </a:t>
            </a:r>
            <a:endParaRPr lang="en-US" sz="2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712A14E-F37E-8BFB-D104-BA846FEC3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21013"/>
            <a:ext cx="3140377" cy="449714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07115AF-1C24-5916-DBC3-55E31296A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337" y="3173942"/>
            <a:ext cx="2446243" cy="197379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1B34871-A264-83CB-8F2E-FE5EFE577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6377" y="728034"/>
            <a:ext cx="2446750" cy="208088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91DA05B-F5CE-2570-188D-2A775E812FE6}"/>
              </a:ext>
            </a:extLst>
          </p:cNvPr>
          <p:cNvSpPr/>
          <p:nvPr/>
        </p:nvSpPr>
        <p:spPr>
          <a:xfrm>
            <a:off x="10938933" y="2292643"/>
            <a:ext cx="338667" cy="30662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8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une dimension « Métrique »</a:t>
            </a:r>
            <a:endParaRPr lang="en-US" sz="4000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27E3B30D-7A5B-75CE-6052-A996D9B7A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Dimension « inférée » : construite à partir des faits </a:t>
            </a:r>
            <a:endParaRPr lang="en-US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3D00C03-0CB7-9021-84DD-33B2521B4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14" y="1548343"/>
            <a:ext cx="7774719" cy="2904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1DA05B-F5CE-2570-188D-2A775E812FE6}"/>
              </a:ext>
            </a:extLst>
          </p:cNvPr>
          <p:cNvSpPr/>
          <p:nvPr/>
        </p:nvSpPr>
        <p:spPr>
          <a:xfrm>
            <a:off x="5059269" y="2157177"/>
            <a:ext cx="1959597" cy="22195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09A0B-CD97-438E-58B7-36196BDF1D3D}"/>
              </a:ext>
            </a:extLst>
          </p:cNvPr>
          <p:cNvSpPr/>
          <p:nvPr/>
        </p:nvSpPr>
        <p:spPr>
          <a:xfrm>
            <a:off x="4356536" y="1548343"/>
            <a:ext cx="1476998" cy="25505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DC9581-35F1-6D5C-74DB-1B2EE85B40F6}"/>
              </a:ext>
            </a:extLst>
          </p:cNvPr>
          <p:cNvSpPr/>
          <p:nvPr/>
        </p:nvSpPr>
        <p:spPr>
          <a:xfrm>
            <a:off x="548014" y="2268155"/>
            <a:ext cx="764699" cy="26337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DC7374E-7A90-C8CA-443B-BDC37B6C0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563" y="4716638"/>
            <a:ext cx="4268473" cy="18141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F54B74-15B0-2D9D-1ADD-1E56B2617815}"/>
              </a:ext>
            </a:extLst>
          </p:cNvPr>
          <p:cNvSpPr/>
          <p:nvPr/>
        </p:nvSpPr>
        <p:spPr>
          <a:xfrm>
            <a:off x="8081870" y="5955006"/>
            <a:ext cx="1400798" cy="22195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53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une relation METRIC – </a:t>
            </a:r>
            <a:r>
              <a:rPr lang="fr-FR" sz="3600" dirty="0" err="1"/>
              <a:t>fact_qse_monthly</a:t>
            </a:r>
            <a:endParaRPr lang="en-US" sz="4000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27E3B30D-7A5B-75CE-6052-A996D9B7A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000" dirty="0"/>
              <a:t>Pas nécessaire, pour lisibilité du modèle</a:t>
            </a:r>
            <a:endParaRPr lang="en-US" sz="2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94D3E12-2849-590A-1FE5-2895ECBC0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904" y="1923601"/>
            <a:ext cx="5404192" cy="301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54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 rapport « Détails »</a:t>
            </a:r>
            <a:endParaRPr lang="en-US" sz="4000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27E3B30D-7A5B-75CE-6052-A996D9B7A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4852273" cy="5110163"/>
          </a:xfrm>
        </p:spPr>
        <p:txBody>
          <a:bodyPr>
            <a:normAutofit/>
          </a:bodyPr>
          <a:lstStyle/>
          <a:p>
            <a:r>
              <a:rPr lang="fr-FR" sz="2400" dirty="0"/>
              <a:t>3 filtres</a:t>
            </a:r>
          </a:p>
          <a:p>
            <a:r>
              <a:rPr lang="fr-FR" sz="2400" dirty="0"/>
              <a:t>1 table de détails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3BC923-1CFA-EF45-D789-001CFDB8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199" y="1163777"/>
            <a:ext cx="6776201" cy="509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90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 rapport « Graphique »</a:t>
            </a:r>
            <a:endParaRPr lang="en-US" sz="4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1282A0-A6D9-33E1-6272-EACC45F2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781" y="1666467"/>
            <a:ext cx="10515600" cy="501568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28E52F-40F6-9506-C925-28DA6B535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03" y="987104"/>
            <a:ext cx="2134237" cy="108998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A659A1-5059-0903-8CC9-589021C301BC}"/>
              </a:ext>
            </a:extLst>
          </p:cNvPr>
          <p:cNvSpPr/>
          <p:nvPr/>
        </p:nvSpPr>
        <p:spPr>
          <a:xfrm>
            <a:off x="8416872" y="2558055"/>
            <a:ext cx="3394127" cy="3798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16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553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Pivoter une colonne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Colonne </a:t>
            </a:r>
            <a:r>
              <a:rPr lang="fr-FR" sz="2400" dirty="0" err="1"/>
              <a:t>Metric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C59437-BBCE-3A80-FFF3-E820C0E4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41" y="1411752"/>
            <a:ext cx="7431717" cy="5396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58BEBE-629A-8C6A-6CBC-46C75BD746E0}"/>
              </a:ext>
            </a:extLst>
          </p:cNvPr>
          <p:cNvSpPr/>
          <p:nvPr/>
        </p:nvSpPr>
        <p:spPr>
          <a:xfrm>
            <a:off x="906941" y="1422707"/>
            <a:ext cx="854126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28FEF-602A-175E-4BF2-8164C7E75C39}"/>
              </a:ext>
            </a:extLst>
          </p:cNvPr>
          <p:cNvSpPr/>
          <p:nvPr/>
        </p:nvSpPr>
        <p:spPr>
          <a:xfrm>
            <a:off x="4132740" y="2083922"/>
            <a:ext cx="1125060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53846C-148D-973D-F695-DBEB376027D9}"/>
              </a:ext>
            </a:extLst>
          </p:cNvPr>
          <p:cNvSpPr/>
          <p:nvPr/>
        </p:nvSpPr>
        <p:spPr>
          <a:xfrm>
            <a:off x="3641674" y="2938324"/>
            <a:ext cx="1616126" cy="391967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A490AA9-B56E-0876-FD46-CD022DBA8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55" y="3697076"/>
            <a:ext cx="5877266" cy="24798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76E8236-5334-C6E9-D0E9-D8D04C93C13A}"/>
              </a:ext>
            </a:extLst>
          </p:cNvPr>
          <p:cNvSpPr/>
          <p:nvPr/>
        </p:nvSpPr>
        <p:spPr>
          <a:xfrm>
            <a:off x="5901955" y="3697075"/>
            <a:ext cx="5877266" cy="247988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99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CEF95B0-52AB-0944-52A3-738E45235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88" y="1557732"/>
            <a:ext cx="10137624" cy="37425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8B756E-61B3-E6A5-391D-37D19E0FF63B}"/>
              </a:ext>
            </a:extLst>
          </p:cNvPr>
          <p:cNvSpPr/>
          <p:nvPr/>
        </p:nvSpPr>
        <p:spPr>
          <a:xfrm>
            <a:off x="4428065" y="1557732"/>
            <a:ext cx="6468534" cy="21074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D92E74-FEE1-7A24-197F-8286259969FB}"/>
              </a:ext>
            </a:extLst>
          </p:cNvPr>
          <p:cNvSpPr/>
          <p:nvPr/>
        </p:nvSpPr>
        <p:spPr>
          <a:xfrm>
            <a:off x="4369806" y="1496888"/>
            <a:ext cx="6795005" cy="38372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5A2378-E128-79BA-9CB5-F5F501500EA1}"/>
              </a:ext>
            </a:extLst>
          </p:cNvPr>
          <p:cNvSpPr/>
          <p:nvPr/>
        </p:nvSpPr>
        <p:spPr>
          <a:xfrm>
            <a:off x="1027188" y="1496887"/>
            <a:ext cx="3290160" cy="38372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93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une table calculée (Mois) 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/>
              <a:t>En DAX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4D1A92-098D-1756-1287-F4F66844F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45" y="1636806"/>
            <a:ext cx="3071776" cy="1501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CFFE75-C05C-1FF3-450E-276088E0C71C}"/>
              </a:ext>
            </a:extLst>
          </p:cNvPr>
          <p:cNvSpPr/>
          <p:nvPr/>
        </p:nvSpPr>
        <p:spPr>
          <a:xfrm>
            <a:off x="2007607" y="1662207"/>
            <a:ext cx="854126" cy="305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568388-C2FE-BC52-C818-B3DF6056503D}"/>
              </a:ext>
            </a:extLst>
          </p:cNvPr>
          <p:cNvSpPr/>
          <p:nvPr/>
        </p:nvSpPr>
        <p:spPr>
          <a:xfrm>
            <a:off x="2727275" y="1993062"/>
            <a:ext cx="473125" cy="74167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D4D7CDB-FA3C-5E33-CCE3-14BF2B792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830" y="854996"/>
            <a:ext cx="7088715" cy="55337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5EE1BC-51E8-6A68-1013-98D866AE69A0}"/>
              </a:ext>
            </a:extLst>
          </p:cNvPr>
          <p:cNvSpPr/>
          <p:nvPr/>
        </p:nvSpPr>
        <p:spPr>
          <a:xfrm>
            <a:off x="5419675" y="854996"/>
            <a:ext cx="4308525" cy="228339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5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6FCD-13F3-6295-FE99-23E0C933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fr-FR" sz="3600" dirty="0"/>
              <a:t>Créer une relation</a:t>
            </a:r>
            <a:endParaRPr lang="en-US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F401-6E34-09C0-298D-CD1CEA4B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fr-FR" sz="2400" dirty="0" err="1"/>
              <a:t>Mois.YearMonth</a:t>
            </a:r>
            <a:r>
              <a:rPr lang="fr-FR" sz="2400" dirty="0"/>
              <a:t> -&gt; </a:t>
            </a:r>
            <a:r>
              <a:rPr lang="fr-FR" sz="2400" dirty="0" err="1"/>
              <a:t>fact_qse_monthly.YearMonth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FC17C9-EE0A-363D-B688-90C47DE68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067" y="1580517"/>
            <a:ext cx="8754534" cy="50177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523397-65C4-51FB-EA56-2927283E819D}"/>
              </a:ext>
            </a:extLst>
          </p:cNvPr>
          <p:cNvSpPr/>
          <p:nvPr/>
        </p:nvSpPr>
        <p:spPr>
          <a:xfrm>
            <a:off x="10084809" y="2880208"/>
            <a:ext cx="769458" cy="87899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9A9A5-8CC1-957C-DF16-9BAD0CF00450}"/>
              </a:ext>
            </a:extLst>
          </p:cNvPr>
          <p:cNvSpPr/>
          <p:nvPr/>
        </p:nvSpPr>
        <p:spPr>
          <a:xfrm>
            <a:off x="7036809" y="4381558"/>
            <a:ext cx="769458" cy="87899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468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D05BA1A5B8E449A32941F4F7215DCB" ma:contentTypeVersion="13" ma:contentTypeDescription="Create a new document." ma:contentTypeScope="" ma:versionID="a789da804cd0924974b697aab1a577c0">
  <xsd:schema xmlns:xsd="http://www.w3.org/2001/XMLSchema" xmlns:xs="http://www.w3.org/2001/XMLSchema" xmlns:p="http://schemas.microsoft.com/office/2006/metadata/properties" xmlns:ns2="cd6c9ab7-0efe-407c-83be-edb009aa5307" xmlns:ns3="da570224-72f8-4b46-a164-72dae05a1950" targetNamespace="http://schemas.microsoft.com/office/2006/metadata/properties" ma:root="true" ma:fieldsID="c86dd5e1ca6f09c9dc419bb392999bcc" ns2:_="" ns3:_="">
    <xsd:import namespace="cd6c9ab7-0efe-407c-83be-edb009aa5307"/>
    <xsd:import namespace="da570224-72f8-4b46-a164-72dae05a19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6c9ab7-0efe-407c-83be-edb009aa5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873182a-cfc4-498c-a723-8c4bd0ed66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570224-72f8-4b46-a164-72dae05a195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c4a6a97d-97ec-4819-ac10-20fc3645bce1}" ma:internalName="TaxCatchAll" ma:showField="CatchAllData" ma:web="da570224-72f8-4b46-a164-72dae05a19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570224-72f8-4b46-a164-72dae05a1950" xsi:nil="true"/>
    <lcf76f155ced4ddcb4097134ff3c332f xmlns="cd6c9ab7-0efe-407c-83be-edb009aa530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8DB371-0389-44D5-BB92-7F85527279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6c9ab7-0efe-407c-83be-edb009aa5307"/>
    <ds:schemaRef ds:uri="da570224-72f8-4b46-a164-72dae05a19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DE07A1-96C0-43D2-BABD-2AF2F9E78F61}">
  <ds:schemaRefs>
    <ds:schemaRef ds:uri="http://schemas.microsoft.com/office/2006/metadata/properties"/>
    <ds:schemaRef ds:uri="http://schemas.microsoft.com/office/infopath/2007/PartnerControls"/>
    <ds:schemaRef ds:uri="da570224-72f8-4b46-a164-72dae05a1950"/>
    <ds:schemaRef ds:uri="cd6c9ab7-0efe-407c-83be-edb009aa5307"/>
  </ds:schemaRefs>
</ds:datastoreItem>
</file>

<file path=customXml/itemProps3.xml><?xml version="1.0" encoding="utf-8"?>
<ds:datastoreItem xmlns:ds="http://schemas.openxmlformats.org/officeDocument/2006/customXml" ds:itemID="{BD7974D8-19DC-493D-932A-9123F3825D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Grand écran</PresentationFormat>
  <Paragraphs>55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Import du fichier Excel</vt:lpstr>
      <vt:lpstr>fact_qse_monthly</vt:lpstr>
      <vt:lpstr>Type modifié</vt:lpstr>
      <vt:lpstr>Supprimer les colonnes</vt:lpstr>
      <vt:lpstr>Dépivoter les autres colonnes</vt:lpstr>
      <vt:lpstr>Présentation PowerPoint</vt:lpstr>
      <vt:lpstr>Renommer une colonne</vt:lpstr>
      <vt:lpstr>Modifier le type de la colonne</vt:lpstr>
      <vt:lpstr>Créer une relation</vt:lpstr>
      <vt:lpstr>Ajouter un segment « Site » (filtre)</vt:lpstr>
      <vt:lpstr>Créer une colonne calculée</vt:lpstr>
      <vt:lpstr>Colonne « Site »</vt:lpstr>
      <vt:lpstr>Enlever « Plant » du nom</vt:lpstr>
      <vt:lpstr>Ajouter un segment « Mois » (filtre)</vt:lpstr>
      <vt:lpstr>Créer une dimension « Métrique »</vt:lpstr>
      <vt:lpstr>Créer une relation METRIC – fact_qse_monthly</vt:lpstr>
      <vt:lpstr>Créer un rapport « Détails »</vt:lpstr>
      <vt:lpstr>Créer un rapport « Graphique »</vt:lpstr>
      <vt:lpstr>Présentation PowerPoint</vt:lpstr>
      <vt:lpstr>Pivoter une colonne</vt:lpstr>
      <vt:lpstr>Présentation PowerPoint</vt:lpstr>
      <vt:lpstr>Créer une table calculée (Mois) </vt:lpstr>
      <vt:lpstr>Créer une relation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Frantz LEONCE</dc:creator>
  <cp:lastModifiedBy>Frantz LEONCE</cp:lastModifiedBy>
  <cp:revision>1</cp:revision>
  <dcterms:created xsi:type="dcterms:W3CDTF">2026-05-12T04:12:20Z</dcterms:created>
  <dcterms:modified xsi:type="dcterms:W3CDTF">2026-05-12T06:59:58Z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0x010100E2D05BA1A5B8E449A32941F4F7215DCB</vt:lpwstr>
  </property>
  <property fmtid="{D5CDD505-2E9C-101B-9397-08002B2CF9AE}" pid="3" name="MediaServiceImageTags">
    <vt:lpwstr/>
  </property>
</Properties>
</file>